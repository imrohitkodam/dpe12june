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Montserrat"/>
      <p:regular r:id="rId28"/>
      <p:bold r:id="rId29"/>
      <p:italic r:id="rId30"/>
      <p:boldItalic r:id="rId31"/>
    </p:embeddedFont>
    <p:embeddedFont>
      <p:font typeface="Merriweather"/>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jTIXhgL+38C7A7OaiPkFx2zgQg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36EC5E-1C2C-4590-A190-6B48585F234C}">
  <a:tblStyle styleId="{0F36EC5E-1C2C-4590-A190-6B48585F234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Merriweather-bold.fntdata"/><Relationship Id="rId10" Type="http://schemas.openxmlformats.org/officeDocument/2006/relationships/slide" Target="slides/slide5.xml"/><Relationship Id="rId32" Type="http://schemas.openxmlformats.org/officeDocument/2006/relationships/font" Target="fonts/Merriweather-regular.fntdata"/><Relationship Id="rId13" Type="http://schemas.openxmlformats.org/officeDocument/2006/relationships/slide" Target="slides/slide8.xml"/><Relationship Id="rId35" Type="http://schemas.openxmlformats.org/officeDocument/2006/relationships/font" Target="fonts/Merriweather-boldItalic.fntdata"/><Relationship Id="rId12" Type="http://schemas.openxmlformats.org/officeDocument/2006/relationships/slide" Target="slides/slide7.xml"/><Relationship Id="rId34" Type="http://schemas.openxmlformats.org/officeDocument/2006/relationships/font" Target="fonts/Merriweather-italic.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OpenSans-regular.fntdata"/><Relationship Id="rId17" Type="http://schemas.openxmlformats.org/officeDocument/2006/relationships/slide" Target="slides/slide12.xml"/><Relationship Id="rId39" Type="http://schemas.openxmlformats.org/officeDocument/2006/relationships/font" Target="fonts/OpenSans-boldItalic.fntdata"/><Relationship Id="rId16" Type="http://schemas.openxmlformats.org/officeDocument/2006/relationships/slide" Target="slides/slide11.xml"/><Relationship Id="rId38" Type="http://schemas.openxmlformats.org/officeDocument/2006/relationships/font" Target="fonts/Open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dpb.europa.eu/news/national-news/2019/berlin-commissioner-data-protection-imposes-fine-real-estate-company_en"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sz="1000"/>
          </a:p>
        </p:txBody>
      </p:sp>
      <p:sp>
        <p:nvSpPr>
          <p:cNvPr id="216" name="Google Shape;2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500"/>
              </a:spcBef>
              <a:spcAft>
                <a:spcPts val="0"/>
              </a:spcAft>
              <a:buSzPts val="1400"/>
              <a:buNone/>
            </a:pPr>
            <a:r>
              <a:t/>
            </a:r>
            <a:endParaRPr/>
          </a:p>
        </p:txBody>
      </p:sp>
      <p:sp>
        <p:nvSpPr>
          <p:cNvPr id="229" name="Google Shape;2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SzPts val="1400"/>
              <a:buNone/>
            </a:pPr>
            <a:r>
              <a:t/>
            </a:r>
            <a:endParaRPr/>
          </a:p>
        </p:txBody>
      </p:sp>
      <p:sp>
        <p:nvSpPr>
          <p:cNvPr id="248" name="Google Shape;2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a:solidFill>
                <a:srgbClr val="333333"/>
              </a:solidFill>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a:p>
        </p:txBody>
      </p:sp>
      <p:sp>
        <p:nvSpPr>
          <p:cNvPr id="288" name="Google Shape;28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ffcfe181b_2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10ffcfe181b_2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u="sng">
                <a:solidFill>
                  <a:schemeClr val="hlink"/>
                </a:solidFill>
                <a:highlight>
                  <a:srgbClr val="FFFFFF"/>
                </a:highlight>
                <a:latin typeface="Arial"/>
                <a:ea typeface="Arial"/>
                <a:cs typeface="Arial"/>
                <a:sym typeface="Arial"/>
                <a:hlinkClick r:id="rId2"/>
              </a:rPr>
              <a:t>https://edpb.europa.eu/news/national-news/2019/berlin-commissioner-data-protection-imposes-fine-real-estate-company_en</a:t>
            </a:r>
            <a:r>
              <a:rPr lang="en-US">
                <a:solidFill>
                  <a:srgbClr val="333333"/>
                </a:solidFill>
                <a:highlight>
                  <a:srgbClr val="FFFFFF"/>
                </a:highlight>
                <a:latin typeface="Arial"/>
                <a:ea typeface="Arial"/>
                <a:cs typeface="Arial"/>
                <a:sym typeface="Arial"/>
              </a:rPr>
              <a:t> </a:t>
            </a:r>
            <a:endParaRPr>
              <a:solidFill>
                <a:srgbClr val="333333"/>
              </a:solidFill>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a:p>
        </p:txBody>
      </p:sp>
      <p:sp>
        <p:nvSpPr>
          <p:cNvPr id="306" name="Google Shape;306;g10ffcfe181b_2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0ffcfe181b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10ffcfe181b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p>
        </p:txBody>
      </p:sp>
      <p:sp>
        <p:nvSpPr>
          <p:cNvPr id="325" name="Google Shape;325;g10ffcfe181b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16e7bdb0d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1116e7bdb0d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solidFill>
                <a:srgbClr val="202124"/>
              </a:solidFill>
              <a:highlight>
                <a:srgbClr val="FFFFFF"/>
              </a:highlight>
            </a:endParaRPr>
          </a:p>
        </p:txBody>
      </p:sp>
      <p:sp>
        <p:nvSpPr>
          <p:cNvPr id="339" name="Google Shape;339;g1116e7bdb0d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SzPts val="1400"/>
              <a:buNone/>
            </a:pPr>
            <a:r>
              <a:t/>
            </a:r>
            <a:endParaRPr sz="1000"/>
          </a:p>
        </p:txBody>
      </p:sp>
      <p:sp>
        <p:nvSpPr>
          <p:cNvPr id="362" name="Google Shape;36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10278a3477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g110278a3477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g110278a3477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1263600bd5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11263600bd5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t/>
            </a:r>
            <a:endParaRPr b="1" sz="1000"/>
          </a:p>
          <a:p>
            <a:pPr indent="0" lvl="0" marL="0" rtl="0" algn="l">
              <a:lnSpc>
                <a:spcPct val="100000"/>
              </a:lnSpc>
              <a:spcBef>
                <a:spcPts val="0"/>
              </a:spcBef>
              <a:spcAft>
                <a:spcPts val="0"/>
              </a:spcAft>
              <a:buSzPts val="1400"/>
              <a:buNone/>
            </a:pPr>
            <a:r>
              <a:t/>
            </a:r>
            <a:endParaRPr sz="1000"/>
          </a:p>
        </p:txBody>
      </p:sp>
      <p:sp>
        <p:nvSpPr>
          <p:cNvPr id="518" name="Google Shape;518;g11263600bd5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28b735267f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g228b735267f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t/>
            </a:r>
            <a:endParaRPr b="1" sz="1000"/>
          </a:p>
          <a:p>
            <a:pPr indent="0" lvl="0" marL="0" rtl="0" algn="l">
              <a:lnSpc>
                <a:spcPct val="100000"/>
              </a:lnSpc>
              <a:spcBef>
                <a:spcPts val="0"/>
              </a:spcBef>
              <a:spcAft>
                <a:spcPts val="0"/>
              </a:spcAft>
              <a:buSzPts val="1400"/>
              <a:buNone/>
            </a:pPr>
            <a:r>
              <a:t/>
            </a:r>
            <a:endParaRPr sz="1000"/>
          </a:p>
        </p:txBody>
      </p:sp>
      <p:sp>
        <p:nvSpPr>
          <p:cNvPr id="534" name="Google Shape;534;g228b735267f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28b735267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g228b735267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t/>
            </a:r>
            <a:endParaRPr b="1" sz="1000"/>
          </a:p>
          <a:p>
            <a:pPr indent="0" lvl="0" marL="0" rtl="0" algn="l">
              <a:lnSpc>
                <a:spcPct val="100000"/>
              </a:lnSpc>
              <a:spcBef>
                <a:spcPts val="0"/>
              </a:spcBef>
              <a:spcAft>
                <a:spcPts val="0"/>
              </a:spcAft>
              <a:buSzPts val="1400"/>
              <a:buNone/>
            </a:pPr>
            <a:r>
              <a:t/>
            </a:r>
            <a:endParaRPr sz="1000"/>
          </a:p>
        </p:txBody>
      </p:sp>
      <p:sp>
        <p:nvSpPr>
          <p:cNvPr id="550" name="Google Shape;550;g228b735267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9b249c993c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29b249c993c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29b249c993c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9b249c993c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9b249c993c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g29b249c993c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9b249c993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9b249c993c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g29b249c993c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Open Sans"/>
              <a:buNone/>
            </a:pPr>
            <a:r>
              <a:rPr b="1" lang="en-US" sz="1200">
                <a:solidFill>
                  <a:schemeClr val="lt1"/>
                </a:solidFill>
                <a:latin typeface="Open Sans"/>
                <a:ea typeface="Open Sans"/>
                <a:cs typeface="Open Sans"/>
                <a:sym typeface="Open Sans"/>
              </a:rPr>
              <a:t>F</a:t>
            </a:r>
            <a:r>
              <a:rPr b="1" lang="en-US" sz="1000">
                <a:solidFill>
                  <a:schemeClr val="lt1"/>
                </a:solidFill>
                <a:latin typeface="Open Sans"/>
                <a:ea typeface="Open Sans"/>
                <a:cs typeface="Open Sans"/>
                <a:sym typeface="Open Sans"/>
              </a:rPr>
              <a:t>ocus areas:</a:t>
            </a:r>
            <a:endParaRPr sz="1000"/>
          </a:p>
          <a:p>
            <a:pPr indent="0" lvl="0" marL="0" rtl="0" algn="l">
              <a:lnSpc>
                <a:spcPct val="100000"/>
              </a:lnSpc>
              <a:spcBef>
                <a:spcPts val="0"/>
              </a:spcBef>
              <a:spcAft>
                <a:spcPts val="0"/>
              </a:spcAft>
              <a:buSzPts val="1400"/>
              <a:buNone/>
            </a:pPr>
            <a:r>
              <a:t/>
            </a:r>
            <a:endParaRPr sz="1000"/>
          </a:p>
          <a:p>
            <a:pPr indent="0" lvl="0" marL="0" rtl="0" algn="l">
              <a:lnSpc>
                <a:spcPct val="100000"/>
              </a:lnSpc>
              <a:spcBef>
                <a:spcPts val="0"/>
              </a:spcBef>
              <a:spcAft>
                <a:spcPts val="0"/>
              </a:spcAft>
              <a:buSzPts val="1400"/>
              <a:buNone/>
            </a:pPr>
            <a:r>
              <a:t/>
            </a:r>
            <a:endParaRPr sz="1000"/>
          </a:p>
          <a:p>
            <a:pPr indent="0" lvl="0" marL="0" rtl="0" algn="l">
              <a:lnSpc>
                <a:spcPct val="100000"/>
              </a:lnSpc>
              <a:spcBef>
                <a:spcPts val="0"/>
              </a:spcBef>
              <a:spcAft>
                <a:spcPts val="0"/>
              </a:spcAft>
              <a:buSzPts val="1400"/>
              <a:buNone/>
            </a:pPr>
            <a:r>
              <a:t/>
            </a:r>
            <a:endParaRPr sz="1000"/>
          </a:p>
          <a:p>
            <a:pPr indent="0" lvl="0" marL="0" rtl="0" algn="l">
              <a:lnSpc>
                <a:spcPct val="100000"/>
              </a:lnSpc>
              <a:spcBef>
                <a:spcPts val="0"/>
              </a:spcBef>
              <a:spcAft>
                <a:spcPts val="0"/>
              </a:spcAft>
              <a:buSzPts val="1400"/>
              <a:buNone/>
            </a:pPr>
            <a:r>
              <a:rPr lang="en-US" sz="1000"/>
              <a:t>Poll:</a:t>
            </a:r>
            <a:endParaRPr sz="1000"/>
          </a:p>
          <a:p>
            <a:pPr indent="0" lvl="0" marL="0" rtl="0" algn="l">
              <a:lnSpc>
                <a:spcPct val="100000"/>
              </a:lnSpc>
              <a:spcBef>
                <a:spcPts val="0"/>
              </a:spcBef>
              <a:spcAft>
                <a:spcPts val="0"/>
              </a:spcAft>
              <a:buSzPts val="1400"/>
              <a:buNone/>
            </a:pPr>
            <a:r>
              <a:rPr lang="en-US" sz="1000"/>
              <a:t>Is cyber risk on your organisation's risk register?</a:t>
            </a:r>
            <a:endParaRPr sz="1000"/>
          </a:p>
          <a:p>
            <a:pPr indent="0" lvl="0" marL="0" rtl="0" algn="l">
              <a:lnSpc>
                <a:spcPct val="100000"/>
              </a:lnSpc>
              <a:spcBef>
                <a:spcPts val="0"/>
              </a:spcBef>
              <a:spcAft>
                <a:spcPts val="0"/>
              </a:spcAft>
              <a:buSzPts val="1400"/>
              <a:buNone/>
            </a:pPr>
            <a:r>
              <a:rPr lang="en-US" sz="1000"/>
              <a:t>Yes</a:t>
            </a:r>
            <a:endParaRPr sz="1000"/>
          </a:p>
          <a:p>
            <a:pPr indent="0" lvl="0" marL="0" rtl="0" algn="l">
              <a:lnSpc>
                <a:spcPct val="100000"/>
              </a:lnSpc>
              <a:spcBef>
                <a:spcPts val="0"/>
              </a:spcBef>
              <a:spcAft>
                <a:spcPts val="0"/>
              </a:spcAft>
              <a:buSzPts val="1400"/>
              <a:buNone/>
            </a:pPr>
            <a:r>
              <a:rPr lang="en-US" sz="1000"/>
              <a:t>No</a:t>
            </a:r>
            <a:endParaRPr sz="1000"/>
          </a:p>
          <a:p>
            <a:pPr indent="0" lvl="0" marL="0" rtl="0" algn="l">
              <a:lnSpc>
                <a:spcPct val="100000"/>
              </a:lnSpc>
              <a:spcBef>
                <a:spcPts val="0"/>
              </a:spcBef>
              <a:spcAft>
                <a:spcPts val="0"/>
              </a:spcAft>
              <a:buSzPts val="1400"/>
              <a:buNone/>
            </a:pPr>
            <a:r>
              <a:rPr lang="en-US" sz="1000"/>
              <a:t>Not sure</a:t>
            </a:r>
            <a:endParaRPr sz="1000"/>
          </a:p>
        </p:txBody>
      </p:sp>
      <p:sp>
        <p:nvSpPr>
          <p:cNvPr id="616" name="Google Shape;61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
  <p:cSld name="1_1">
    <p:spTree>
      <p:nvGrpSpPr>
        <p:cNvPr id="18" name="Shape 18"/>
        <p:cNvGrpSpPr/>
        <p:nvPr/>
      </p:nvGrpSpPr>
      <p:grpSpPr>
        <a:xfrm>
          <a:off x="0" y="0"/>
          <a:ext cx="0" cy="0"/>
          <a:chOff x="0" y="0"/>
          <a:chExt cx="0" cy="0"/>
        </a:xfrm>
      </p:grpSpPr>
      <p:sp>
        <p:nvSpPr>
          <p:cNvPr id="19" name="Google Shape;19;p28"/>
          <p:cNvSpPr/>
          <p:nvPr>
            <p:ph idx="2" type="pic"/>
          </p:nvPr>
        </p:nvSpPr>
        <p:spPr>
          <a:xfrm>
            <a:off x="1514354" y="2254893"/>
            <a:ext cx="6548400" cy="21495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1">
  <p:cSld name="2_1">
    <p:spTree>
      <p:nvGrpSpPr>
        <p:cNvPr id="20" name="Shape 20"/>
        <p:cNvGrpSpPr/>
        <p:nvPr/>
      </p:nvGrpSpPr>
      <p:grpSpPr>
        <a:xfrm>
          <a:off x="0" y="0"/>
          <a:ext cx="0" cy="0"/>
          <a:chOff x="0" y="0"/>
          <a:chExt cx="0" cy="0"/>
        </a:xfrm>
      </p:grpSpPr>
      <p:sp>
        <p:nvSpPr>
          <p:cNvPr id="21" name="Google Shape;21;p29"/>
          <p:cNvSpPr/>
          <p:nvPr>
            <p:ph idx="2" type="pic"/>
          </p:nvPr>
        </p:nvSpPr>
        <p:spPr>
          <a:xfrm>
            <a:off x="4235922" y="530942"/>
            <a:ext cx="5253300" cy="4103700"/>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1">
  <p:cSld name="3_1">
    <p:spTree>
      <p:nvGrpSpPr>
        <p:cNvPr id="22" name="Shape 22"/>
        <p:cNvGrpSpPr/>
        <p:nvPr/>
      </p:nvGrpSpPr>
      <p:grpSpPr>
        <a:xfrm>
          <a:off x="0" y="0"/>
          <a:ext cx="0" cy="0"/>
          <a:chOff x="0" y="0"/>
          <a:chExt cx="0" cy="0"/>
        </a:xfrm>
      </p:grpSpPr>
      <p:sp>
        <p:nvSpPr>
          <p:cNvPr id="23" name="Google Shape;23;p30"/>
          <p:cNvSpPr/>
          <p:nvPr>
            <p:ph idx="2" type="pic"/>
          </p:nvPr>
        </p:nvSpPr>
        <p:spPr>
          <a:xfrm>
            <a:off x="785249" y="856113"/>
            <a:ext cx="2366700" cy="2198700"/>
          </a:xfrm>
          <a:prstGeom prst="rect">
            <a:avLst/>
          </a:prstGeom>
          <a:solidFill>
            <a:srgbClr val="F2F2F2"/>
          </a:solidFill>
          <a:ln>
            <a:noFill/>
          </a:ln>
        </p:spPr>
      </p:sp>
      <p:sp>
        <p:nvSpPr>
          <p:cNvPr id="24" name="Google Shape;24;p30"/>
          <p:cNvSpPr/>
          <p:nvPr>
            <p:ph idx="3" type="pic"/>
          </p:nvPr>
        </p:nvSpPr>
        <p:spPr>
          <a:xfrm>
            <a:off x="3367375" y="1736623"/>
            <a:ext cx="2366700" cy="2550900"/>
          </a:xfrm>
          <a:prstGeom prst="rect">
            <a:avLst/>
          </a:prstGeom>
          <a:solidFill>
            <a:srgbClr val="F2F2F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1">
  <p:cSld name="26_1">
    <p:spTree>
      <p:nvGrpSpPr>
        <p:cNvPr id="25" name="Shape 2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1">
  <p:cSld name="6_1">
    <p:spTree>
      <p:nvGrpSpPr>
        <p:cNvPr id="26" name="Shape 26"/>
        <p:cNvGrpSpPr/>
        <p:nvPr/>
      </p:nvGrpSpPr>
      <p:grpSpPr>
        <a:xfrm>
          <a:off x="0" y="0"/>
          <a:ext cx="0" cy="0"/>
          <a:chOff x="0" y="0"/>
          <a:chExt cx="0" cy="0"/>
        </a:xfrm>
      </p:grpSpPr>
      <p:sp>
        <p:nvSpPr>
          <p:cNvPr id="27" name="Google Shape;27;p32"/>
          <p:cNvSpPr/>
          <p:nvPr>
            <p:ph idx="2" type="pic"/>
          </p:nvPr>
        </p:nvSpPr>
        <p:spPr>
          <a:xfrm>
            <a:off x="4964506" y="-270163"/>
            <a:ext cx="4179600" cy="3930000"/>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1">
  <p:cSld name="5_1">
    <p:spTree>
      <p:nvGrpSpPr>
        <p:cNvPr id="28" name="Shape 28"/>
        <p:cNvGrpSpPr/>
        <p:nvPr/>
      </p:nvGrpSpPr>
      <p:grpSpPr>
        <a:xfrm>
          <a:off x="0" y="0"/>
          <a:ext cx="0" cy="0"/>
          <a:chOff x="0" y="0"/>
          <a:chExt cx="0" cy="0"/>
        </a:xfrm>
      </p:grpSpPr>
      <p:sp>
        <p:nvSpPr>
          <p:cNvPr id="29" name="Google Shape;29;p36"/>
          <p:cNvSpPr/>
          <p:nvPr>
            <p:ph idx="2" type="pic"/>
          </p:nvPr>
        </p:nvSpPr>
        <p:spPr>
          <a:xfrm>
            <a:off x="3403666" y="862445"/>
            <a:ext cx="4638000" cy="30657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1">
  <p:cSld name="4_1">
    <p:spTree>
      <p:nvGrpSpPr>
        <p:cNvPr id="30" name="Shape 30"/>
        <p:cNvGrpSpPr/>
        <p:nvPr/>
      </p:nvGrpSpPr>
      <p:grpSpPr>
        <a:xfrm>
          <a:off x="0" y="0"/>
          <a:ext cx="0" cy="0"/>
          <a:chOff x="0" y="0"/>
          <a:chExt cx="0" cy="0"/>
        </a:xfrm>
      </p:grpSpPr>
      <p:sp>
        <p:nvSpPr>
          <p:cNvPr id="31" name="Google Shape;31;p35"/>
          <p:cNvSpPr/>
          <p:nvPr>
            <p:ph idx="2" type="pic"/>
          </p:nvPr>
        </p:nvSpPr>
        <p:spPr>
          <a:xfrm>
            <a:off x="806029" y="883569"/>
            <a:ext cx="5510700" cy="2462400"/>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1">
  <p:cSld name="32_1">
    <p:spTree>
      <p:nvGrpSpPr>
        <p:cNvPr id="32" name="Shape 32"/>
        <p:cNvGrpSpPr/>
        <p:nvPr/>
      </p:nvGrpSpPr>
      <p:grpSpPr>
        <a:xfrm>
          <a:off x="0" y="0"/>
          <a:ext cx="0" cy="0"/>
          <a:chOff x="0" y="0"/>
          <a:chExt cx="0" cy="0"/>
        </a:xfrm>
      </p:grpSpPr>
      <p:sp>
        <p:nvSpPr>
          <p:cNvPr id="33" name="Google Shape;33;p39"/>
          <p:cNvSpPr/>
          <p:nvPr>
            <p:ph idx="2" type="pic"/>
          </p:nvPr>
        </p:nvSpPr>
        <p:spPr>
          <a:xfrm>
            <a:off x="1161058" y="-342900"/>
            <a:ext cx="4778100" cy="3318300"/>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1">
  <p:cSld name="31_1">
    <p:spTree>
      <p:nvGrpSpPr>
        <p:cNvPr id="34" name="Shape 34"/>
        <p:cNvGrpSpPr/>
        <p:nvPr/>
      </p:nvGrpSpPr>
      <p:grpSpPr>
        <a:xfrm>
          <a:off x="0" y="0"/>
          <a:ext cx="0" cy="0"/>
          <a:chOff x="0" y="0"/>
          <a:chExt cx="0" cy="0"/>
        </a:xfrm>
      </p:grpSpPr>
      <p:sp>
        <p:nvSpPr>
          <p:cNvPr id="35" name="Google Shape;35;p40"/>
          <p:cNvSpPr/>
          <p:nvPr>
            <p:ph idx="2" type="pic"/>
          </p:nvPr>
        </p:nvSpPr>
        <p:spPr>
          <a:xfrm>
            <a:off x="4899513" y="-342900"/>
            <a:ext cx="3449100" cy="4004100"/>
          </a:xfrm>
          <a:prstGeom prst="rect">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1">
  <p:cSld name="35_1">
    <p:spTree>
      <p:nvGrpSpPr>
        <p:cNvPr id="36" name="Shape 36"/>
        <p:cNvGrpSpPr/>
        <p:nvPr/>
      </p:nvGrpSpPr>
      <p:grpSpPr>
        <a:xfrm>
          <a:off x="0" y="0"/>
          <a:ext cx="0" cy="0"/>
          <a:chOff x="0" y="0"/>
          <a:chExt cx="0" cy="0"/>
        </a:xfrm>
      </p:grpSpPr>
      <p:sp>
        <p:nvSpPr>
          <p:cNvPr id="37" name="Google Shape;37;p41"/>
          <p:cNvSpPr/>
          <p:nvPr>
            <p:ph idx="2" type="pic"/>
          </p:nvPr>
        </p:nvSpPr>
        <p:spPr>
          <a:xfrm>
            <a:off x="1297861" y="872232"/>
            <a:ext cx="6548400" cy="2081100"/>
          </a:xfrm>
          <a:prstGeom prst="rect">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8" name="Shape 38"/>
        <p:cNvGrpSpPr/>
        <p:nvPr/>
      </p:nvGrpSpPr>
      <p:grpSpPr>
        <a:xfrm>
          <a:off x="0" y="0"/>
          <a:ext cx="0" cy="0"/>
          <a:chOff x="0" y="0"/>
          <a:chExt cx="0" cy="0"/>
        </a:xfrm>
      </p:grpSpPr>
      <p:sp>
        <p:nvSpPr>
          <p:cNvPr id="39" name="Google Shape;39;p33"/>
          <p:cNvSpPr/>
          <p:nvPr/>
        </p:nvSpPr>
        <p:spPr>
          <a:xfrm>
            <a:off x="2382"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3"/>
          <p:cNvSpPr/>
          <p:nvPr/>
        </p:nvSpPr>
        <p:spPr>
          <a:xfrm>
            <a:off x="12"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3"/>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3"/>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3"/>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1">
  <p:cSld name="11_1">
    <p:spTree>
      <p:nvGrpSpPr>
        <p:cNvPr id="44" name="Shape 44"/>
        <p:cNvGrpSpPr/>
        <p:nvPr/>
      </p:nvGrpSpPr>
      <p:grpSpPr>
        <a:xfrm>
          <a:off x="0" y="0"/>
          <a:ext cx="0" cy="0"/>
          <a:chOff x="0" y="0"/>
          <a:chExt cx="0" cy="0"/>
        </a:xfrm>
      </p:grpSpPr>
      <p:sp>
        <p:nvSpPr>
          <p:cNvPr id="45" name="Google Shape;45;p34"/>
          <p:cNvSpPr/>
          <p:nvPr>
            <p:ph idx="2" type="pic"/>
          </p:nvPr>
        </p:nvSpPr>
        <p:spPr>
          <a:xfrm>
            <a:off x="3318842" y="840019"/>
            <a:ext cx="2576700" cy="2807100"/>
          </a:xfrm>
          <a:prstGeom prst="rect">
            <a:avLst/>
          </a:prstGeom>
          <a:solidFill>
            <a:srgbClr val="F2F2F2"/>
          </a:solidFill>
          <a:ln>
            <a:noFill/>
          </a:ln>
        </p:spPr>
      </p:sp>
      <p:sp>
        <p:nvSpPr>
          <p:cNvPr id="46" name="Google Shape;46;p34"/>
          <p:cNvSpPr/>
          <p:nvPr>
            <p:ph idx="3" type="pic"/>
          </p:nvPr>
        </p:nvSpPr>
        <p:spPr>
          <a:xfrm>
            <a:off x="6106734" y="-457199"/>
            <a:ext cx="3493200" cy="372000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1">
  <p:cSld name="16_1">
    <p:spTree>
      <p:nvGrpSpPr>
        <p:cNvPr id="47" name="Shape 47"/>
        <p:cNvGrpSpPr/>
        <p:nvPr/>
      </p:nvGrpSpPr>
      <p:grpSpPr>
        <a:xfrm>
          <a:off x="0" y="0"/>
          <a:ext cx="0" cy="0"/>
          <a:chOff x="0" y="0"/>
          <a:chExt cx="0" cy="0"/>
        </a:xfrm>
      </p:grpSpPr>
      <p:sp>
        <p:nvSpPr>
          <p:cNvPr id="48" name="Google Shape;48;p37"/>
          <p:cNvSpPr/>
          <p:nvPr>
            <p:ph idx="2" type="pic"/>
          </p:nvPr>
        </p:nvSpPr>
        <p:spPr>
          <a:xfrm>
            <a:off x="1724794" y="1535773"/>
            <a:ext cx="2814000" cy="1884600"/>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1">
  <p:cSld name="7_1">
    <p:spTree>
      <p:nvGrpSpPr>
        <p:cNvPr id="49" name="Shape 49"/>
        <p:cNvGrpSpPr/>
        <p:nvPr/>
      </p:nvGrpSpPr>
      <p:grpSpPr>
        <a:xfrm>
          <a:off x="0" y="0"/>
          <a:ext cx="0" cy="0"/>
          <a:chOff x="0" y="0"/>
          <a:chExt cx="0" cy="0"/>
        </a:xfrm>
      </p:grpSpPr>
      <p:sp>
        <p:nvSpPr>
          <p:cNvPr id="50" name="Google Shape;50;p38"/>
          <p:cNvSpPr/>
          <p:nvPr>
            <p:ph idx="2" type="pic"/>
          </p:nvPr>
        </p:nvSpPr>
        <p:spPr>
          <a:xfrm>
            <a:off x="758685" y="509154"/>
            <a:ext cx="5256900" cy="4062900"/>
          </a:xfrm>
          <a:prstGeom prst="rect">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1">
  <p:cSld name="8_1">
    <p:spTree>
      <p:nvGrpSpPr>
        <p:cNvPr id="51" name="Shape 51"/>
        <p:cNvGrpSpPr/>
        <p:nvPr/>
      </p:nvGrpSpPr>
      <p:grpSpPr>
        <a:xfrm>
          <a:off x="0" y="0"/>
          <a:ext cx="0" cy="0"/>
          <a:chOff x="0" y="0"/>
          <a:chExt cx="0" cy="0"/>
        </a:xfrm>
      </p:grpSpPr>
      <p:sp>
        <p:nvSpPr>
          <p:cNvPr id="52" name="Google Shape;52;p42"/>
          <p:cNvSpPr/>
          <p:nvPr>
            <p:ph idx="2" type="pic"/>
          </p:nvPr>
        </p:nvSpPr>
        <p:spPr>
          <a:xfrm>
            <a:off x="1291307" y="900993"/>
            <a:ext cx="3976200" cy="2832300"/>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1">
  <p:cSld name="9_1">
    <p:spTree>
      <p:nvGrpSpPr>
        <p:cNvPr id="53" name="Shape 53"/>
        <p:cNvGrpSpPr/>
        <p:nvPr/>
      </p:nvGrpSpPr>
      <p:grpSpPr>
        <a:xfrm>
          <a:off x="0" y="0"/>
          <a:ext cx="0" cy="0"/>
          <a:chOff x="0" y="0"/>
          <a:chExt cx="0" cy="0"/>
        </a:xfrm>
      </p:grpSpPr>
      <p:sp>
        <p:nvSpPr>
          <p:cNvPr id="54" name="Google Shape;54;p43"/>
          <p:cNvSpPr/>
          <p:nvPr>
            <p:ph idx="2" type="pic"/>
          </p:nvPr>
        </p:nvSpPr>
        <p:spPr>
          <a:xfrm>
            <a:off x="3789246" y="1319646"/>
            <a:ext cx="2179800" cy="2982300"/>
          </a:xfrm>
          <a:prstGeom prst="rect">
            <a:avLst/>
          </a:prstGeom>
          <a:solidFill>
            <a:srgbClr val="F2F2F2"/>
          </a:solidFill>
          <a:ln>
            <a:noFill/>
          </a:ln>
        </p:spPr>
      </p:sp>
      <p:sp>
        <p:nvSpPr>
          <p:cNvPr id="55" name="Google Shape;55;p43"/>
          <p:cNvSpPr/>
          <p:nvPr>
            <p:ph idx="3" type="pic"/>
          </p:nvPr>
        </p:nvSpPr>
        <p:spPr>
          <a:xfrm>
            <a:off x="6181786" y="890875"/>
            <a:ext cx="2179800" cy="3411000"/>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1">
  <p:cSld name="10_1">
    <p:spTree>
      <p:nvGrpSpPr>
        <p:cNvPr id="56" name="Shape 56"/>
        <p:cNvGrpSpPr/>
        <p:nvPr/>
      </p:nvGrpSpPr>
      <p:grpSpPr>
        <a:xfrm>
          <a:off x="0" y="0"/>
          <a:ext cx="0" cy="0"/>
          <a:chOff x="0" y="0"/>
          <a:chExt cx="0" cy="0"/>
        </a:xfrm>
      </p:grpSpPr>
      <p:sp>
        <p:nvSpPr>
          <p:cNvPr id="57" name="Google Shape;57;p44"/>
          <p:cNvSpPr/>
          <p:nvPr>
            <p:ph idx="2" type="pic"/>
          </p:nvPr>
        </p:nvSpPr>
        <p:spPr>
          <a:xfrm>
            <a:off x="4139107" y="1437968"/>
            <a:ext cx="497700" cy="497700"/>
          </a:xfrm>
          <a:prstGeom prst="rect">
            <a:avLst/>
          </a:prstGeom>
          <a:solidFill>
            <a:srgbClr val="F2F2F2"/>
          </a:solidFill>
          <a:ln>
            <a:noFill/>
          </a:ln>
        </p:spPr>
      </p:sp>
      <p:sp>
        <p:nvSpPr>
          <p:cNvPr id="58" name="Google Shape;58;p44"/>
          <p:cNvSpPr/>
          <p:nvPr>
            <p:ph idx="3" type="pic"/>
          </p:nvPr>
        </p:nvSpPr>
        <p:spPr>
          <a:xfrm>
            <a:off x="4139107" y="2842861"/>
            <a:ext cx="497700" cy="497700"/>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1">
  <p:cSld name="14_1">
    <p:spTree>
      <p:nvGrpSpPr>
        <p:cNvPr id="59" name="Shape 59"/>
        <p:cNvGrpSpPr/>
        <p:nvPr/>
      </p:nvGrpSpPr>
      <p:grpSpPr>
        <a:xfrm>
          <a:off x="0" y="0"/>
          <a:ext cx="0" cy="0"/>
          <a:chOff x="0" y="0"/>
          <a:chExt cx="0" cy="0"/>
        </a:xfrm>
      </p:grpSpPr>
      <p:sp>
        <p:nvSpPr>
          <p:cNvPr id="60" name="Google Shape;60;p45"/>
          <p:cNvSpPr/>
          <p:nvPr>
            <p:ph idx="2" type="pic"/>
          </p:nvPr>
        </p:nvSpPr>
        <p:spPr>
          <a:xfrm>
            <a:off x="1164821" y="881501"/>
            <a:ext cx="4779300" cy="26826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1">
  <p:cSld name="15_1">
    <p:spTree>
      <p:nvGrpSpPr>
        <p:cNvPr id="61" name="Shape 61"/>
        <p:cNvGrpSpPr/>
        <p:nvPr/>
      </p:nvGrpSpPr>
      <p:grpSpPr>
        <a:xfrm>
          <a:off x="0" y="0"/>
          <a:ext cx="0" cy="0"/>
          <a:chOff x="0" y="0"/>
          <a:chExt cx="0" cy="0"/>
        </a:xfrm>
      </p:grpSpPr>
      <p:sp>
        <p:nvSpPr>
          <p:cNvPr id="62" name="Google Shape;62;p46"/>
          <p:cNvSpPr/>
          <p:nvPr>
            <p:ph idx="2" type="pic"/>
          </p:nvPr>
        </p:nvSpPr>
        <p:spPr>
          <a:xfrm>
            <a:off x="5989254" y="695137"/>
            <a:ext cx="1800300" cy="3888000"/>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1">
  <p:cSld name="17_1">
    <p:spTree>
      <p:nvGrpSpPr>
        <p:cNvPr id="63" name="Shape 63"/>
        <p:cNvGrpSpPr/>
        <p:nvPr/>
      </p:nvGrpSpPr>
      <p:grpSpPr>
        <a:xfrm>
          <a:off x="0" y="0"/>
          <a:ext cx="0" cy="0"/>
          <a:chOff x="0" y="0"/>
          <a:chExt cx="0" cy="0"/>
        </a:xfrm>
      </p:grpSpPr>
      <p:sp>
        <p:nvSpPr>
          <p:cNvPr id="64" name="Google Shape;64;p47"/>
          <p:cNvSpPr/>
          <p:nvPr>
            <p:ph idx="2" type="pic"/>
          </p:nvPr>
        </p:nvSpPr>
        <p:spPr>
          <a:xfrm>
            <a:off x="3033751" y="1953491"/>
            <a:ext cx="2576700" cy="2349900"/>
          </a:xfrm>
          <a:prstGeom prst="rect">
            <a:avLst/>
          </a:prstGeom>
          <a:solidFill>
            <a:srgbClr val="F2F2F2"/>
          </a:solidFill>
          <a:ln>
            <a:noFill/>
          </a:ln>
        </p:spPr>
      </p:sp>
      <p:sp>
        <p:nvSpPr>
          <p:cNvPr id="65" name="Google Shape;65;p47"/>
          <p:cNvSpPr/>
          <p:nvPr>
            <p:ph idx="3" type="pic"/>
          </p:nvPr>
        </p:nvSpPr>
        <p:spPr>
          <a:xfrm>
            <a:off x="5752066" y="840020"/>
            <a:ext cx="2576700" cy="3463500"/>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1">
  <p:cSld name="18_1">
    <p:spTree>
      <p:nvGrpSpPr>
        <p:cNvPr id="66" name="Shape 66"/>
        <p:cNvGrpSpPr/>
        <p:nvPr/>
      </p:nvGrpSpPr>
      <p:grpSpPr>
        <a:xfrm>
          <a:off x="0" y="0"/>
          <a:ext cx="0" cy="0"/>
          <a:chOff x="0" y="0"/>
          <a:chExt cx="0" cy="0"/>
        </a:xfrm>
      </p:grpSpPr>
      <p:sp>
        <p:nvSpPr>
          <p:cNvPr id="67" name="Google Shape;67;p48"/>
          <p:cNvSpPr/>
          <p:nvPr>
            <p:ph idx="2" type="pic"/>
          </p:nvPr>
        </p:nvSpPr>
        <p:spPr>
          <a:xfrm>
            <a:off x="3405649" y="1859973"/>
            <a:ext cx="2618100" cy="2477700"/>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1">
  <p:cSld name="19_1">
    <p:spTree>
      <p:nvGrpSpPr>
        <p:cNvPr id="68" name="Shape 68"/>
        <p:cNvGrpSpPr/>
        <p:nvPr/>
      </p:nvGrpSpPr>
      <p:grpSpPr>
        <a:xfrm>
          <a:off x="0" y="0"/>
          <a:ext cx="0" cy="0"/>
          <a:chOff x="0" y="0"/>
          <a:chExt cx="0" cy="0"/>
        </a:xfrm>
      </p:grpSpPr>
      <p:sp>
        <p:nvSpPr>
          <p:cNvPr id="69" name="Google Shape;69;p49"/>
          <p:cNvSpPr/>
          <p:nvPr>
            <p:ph idx="2" type="pic"/>
          </p:nvPr>
        </p:nvSpPr>
        <p:spPr>
          <a:xfrm>
            <a:off x="1029072" y="2000183"/>
            <a:ext cx="2256300" cy="1366800"/>
          </a:xfrm>
          <a:prstGeom prst="rect">
            <a:avLst/>
          </a:prstGeom>
          <a:solidFill>
            <a:srgbClr val="F2F2F2"/>
          </a:solidFill>
          <a:ln>
            <a:noFill/>
          </a:ln>
        </p:spPr>
      </p:sp>
      <p:sp>
        <p:nvSpPr>
          <p:cNvPr id="70" name="Google Shape;70;p49"/>
          <p:cNvSpPr/>
          <p:nvPr>
            <p:ph idx="3" type="pic"/>
          </p:nvPr>
        </p:nvSpPr>
        <p:spPr>
          <a:xfrm>
            <a:off x="3450673" y="2000183"/>
            <a:ext cx="2256300" cy="1366800"/>
          </a:xfrm>
          <a:prstGeom prst="rect">
            <a:avLst/>
          </a:prstGeom>
          <a:solidFill>
            <a:srgbClr val="F2F2F2"/>
          </a:solidFill>
          <a:ln>
            <a:noFill/>
          </a:ln>
        </p:spPr>
      </p:sp>
      <p:sp>
        <p:nvSpPr>
          <p:cNvPr id="71" name="Google Shape;71;p49"/>
          <p:cNvSpPr/>
          <p:nvPr>
            <p:ph idx="4" type="pic"/>
          </p:nvPr>
        </p:nvSpPr>
        <p:spPr>
          <a:xfrm>
            <a:off x="5858718" y="2000183"/>
            <a:ext cx="2256300" cy="1366800"/>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1">
  <p:cSld name="20_1">
    <p:spTree>
      <p:nvGrpSpPr>
        <p:cNvPr id="72" name="Shape 72"/>
        <p:cNvGrpSpPr/>
        <p:nvPr/>
      </p:nvGrpSpPr>
      <p:grpSpPr>
        <a:xfrm>
          <a:off x="0" y="0"/>
          <a:ext cx="0" cy="0"/>
          <a:chOff x="0" y="0"/>
          <a:chExt cx="0" cy="0"/>
        </a:xfrm>
      </p:grpSpPr>
      <p:sp>
        <p:nvSpPr>
          <p:cNvPr id="73" name="Google Shape;73;p50"/>
          <p:cNvSpPr/>
          <p:nvPr>
            <p:ph idx="2" type="pic"/>
          </p:nvPr>
        </p:nvSpPr>
        <p:spPr>
          <a:xfrm>
            <a:off x="2954557" y="1205095"/>
            <a:ext cx="2790900" cy="2767500"/>
          </a:xfrm>
          <a:prstGeom prst="rect">
            <a:avLst/>
          </a:prstGeom>
          <a:solidFill>
            <a:srgbClr val="F2F2F2"/>
          </a:solidFill>
          <a:ln>
            <a:noFill/>
          </a:ln>
        </p:spPr>
      </p:sp>
      <p:sp>
        <p:nvSpPr>
          <p:cNvPr id="74" name="Google Shape;74;p50"/>
          <p:cNvSpPr/>
          <p:nvPr>
            <p:ph idx="3" type="pic"/>
          </p:nvPr>
        </p:nvSpPr>
        <p:spPr>
          <a:xfrm>
            <a:off x="5953216" y="845311"/>
            <a:ext cx="3324600" cy="27675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1">
  <p:cSld name="21_1">
    <p:spTree>
      <p:nvGrpSpPr>
        <p:cNvPr id="75" name="Shape 75"/>
        <p:cNvGrpSpPr/>
        <p:nvPr/>
      </p:nvGrpSpPr>
      <p:grpSpPr>
        <a:xfrm>
          <a:off x="0" y="0"/>
          <a:ext cx="0" cy="0"/>
          <a:chOff x="0" y="0"/>
          <a:chExt cx="0" cy="0"/>
        </a:xfrm>
      </p:grpSpPr>
      <p:sp>
        <p:nvSpPr>
          <p:cNvPr id="76" name="Google Shape;76;p51"/>
          <p:cNvSpPr/>
          <p:nvPr>
            <p:ph idx="2" type="pic"/>
          </p:nvPr>
        </p:nvSpPr>
        <p:spPr>
          <a:xfrm>
            <a:off x="831165" y="1201226"/>
            <a:ext cx="3425100" cy="2849100"/>
          </a:xfrm>
          <a:prstGeom prst="rect">
            <a:avLst/>
          </a:prstGeom>
          <a:solidFill>
            <a:srgbClr val="F2F2F2"/>
          </a:solidFill>
          <a:ln>
            <a:noFill/>
          </a:ln>
        </p:spPr>
      </p:sp>
      <p:sp>
        <p:nvSpPr>
          <p:cNvPr id="77" name="Google Shape;77;p51"/>
          <p:cNvSpPr/>
          <p:nvPr>
            <p:ph idx="3" type="pic"/>
          </p:nvPr>
        </p:nvSpPr>
        <p:spPr>
          <a:xfrm>
            <a:off x="4787907" y="2141024"/>
            <a:ext cx="4625100" cy="2178600"/>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1">
  <p:cSld name="22_1">
    <p:spTree>
      <p:nvGrpSpPr>
        <p:cNvPr id="78" name="Shape 78"/>
        <p:cNvGrpSpPr/>
        <p:nvPr/>
      </p:nvGrpSpPr>
      <p:grpSpPr>
        <a:xfrm>
          <a:off x="0" y="0"/>
          <a:ext cx="0" cy="0"/>
          <a:chOff x="0" y="0"/>
          <a:chExt cx="0" cy="0"/>
        </a:xfrm>
      </p:grpSpPr>
      <p:sp>
        <p:nvSpPr>
          <p:cNvPr id="79" name="Google Shape;79;p52"/>
          <p:cNvSpPr/>
          <p:nvPr>
            <p:ph idx="2" type="pic"/>
          </p:nvPr>
        </p:nvSpPr>
        <p:spPr>
          <a:xfrm>
            <a:off x="1127400" y="1924664"/>
            <a:ext cx="3199200" cy="2101500"/>
          </a:xfrm>
          <a:prstGeom prst="rect">
            <a:avLst/>
          </a:prstGeom>
          <a:solidFill>
            <a:srgbClr val="F2F2F2"/>
          </a:solidFill>
          <a:ln>
            <a:noFill/>
          </a:ln>
        </p:spPr>
      </p:sp>
      <p:sp>
        <p:nvSpPr>
          <p:cNvPr id="80" name="Google Shape;80;p52"/>
          <p:cNvSpPr/>
          <p:nvPr>
            <p:ph idx="3" type="pic"/>
          </p:nvPr>
        </p:nvSpPr>
        <p:spPr>
          <a:xfrm>
            <a:off x="4775027" y="1071567"/>
            <a:ext cx="3199200" cy="2101500"/>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1">
  <p:cSld name="23_1">
    <p:spTree>
      <p:nvGrpSpPr>
        <p:cNvPr id="81" name="Shape 81"/>
        <p:cNvGrpSpPr/>
        <p:nvPr/>
      </p:nvGrpSpPr>
      <p:grpSpPr>
        <a:xfrm>
          <a:off x="0" y="0"/>
          <a:ext cx="0" cy="0"/>
          <a:chOff x="0" y="0"/>
          <a:chExt cx="0" cy="0"/>
        </a:xfrm>
      </p:grpSpPr>
      <p:sp>
        <p:nvSpPr>
          <p:cNvPr id="82" name="Google Shape;82;p53"/>
          <p:cNvSpPr/>
          <p:nvPr>
            <p:ph idx="2" type="pic"/>
          </p:nvPr>
        </p:nvSpPr>
        <p:spPr>
          <a:xfrm>
            <a:off x="2592036" y="829597"/>
            <a:ext cx="3795000" cy="3473700"/>
          </a:xfrm>
          <a:prstGeom prst="rect">
            <a:avLst/>
          </a:prstGeom>
          <a:solidFill>
            <a:srgbClr val="F2F2F2"/>
          </a:solidFill>
          <a:ln>
            <a:noFill/>
          </a:ln>
        </p:spPr>
      </p:sp>
      <p:sp>
        <p:nvSpPr>
          <p:cNvPr id="83" name="Google Shape;83;p53"/>
          <p:cNvSpPr/>
          <p:nvPr>
            <p:ph idx="3" type="pic"/>
          </p:nvPr>
        </p:nvSpPr>
        <p:spPr>
          <a:xfrm>
            <a:off x="6491554" y="829597"/>
            <a:ext cx="1897500" cy="3473700"/>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1">
  <p:cSld name="24_1">
    <p:spTree>
      <p:nvGrpSpPr>
        <p:cNvPr id="84" name="Shape 84"/>
        <p:cNvGrpSpPr/>
        <p:nvPr/>
      </p:nvGrpSpPr>
      <p:grpSpPr>
        <a:xfrm>
          <a:off x="0" y="0"/>
          <a:ext cx="0" cy="0"/>
          <a:chOff x="0" y="0"/>
          <a:chExt cx="0" cy="0"/>
        </a:xfrm>
      </p:grpSpPr>
      <p:sp>
        <p:nvSpPr>
          <p:cNvPr id="85" name="Google Shape;85;p54"/>
          <p:cNvSpPr/>
          <p:nvPr>
            <p:ph idx="2" type="pic"/>
          </p:nvPr>
        </p:nvSpPr>
        <p:spPr>
          <a:xfrm>
            <a:off x="774189" y="895965"/>
            <a:ext cx="3482100" cy="2168100"/>
          </a:xfrm>
          <a:prstGeom prst="rect">
            <a:avLst/>
          </a:prstGeom>
          <a:solidFill>
            <a:srgbClr val="F2F2F2"/>
          </a:solidFill>
          <a:ln>
            <a:noFill/>
          </a:ln>
        </p:spPr>
      </p:sp>
      <p:sp>
        <p:nvSpPr>
          <p:cNvPr id="86" name="Google Shape;86;p54"/>
          <p:cNvSpPr/>
          <p:nvPr>
            <p:ph idx="3" type="pic"/>
          </p:nvPr>
        </p:nvSpPr>
        <p:spPr>
          <a:xfrm>
            <a:off x="4887823" y="2079523"/>
            <a:ext cx="3462600" cy="1897800"/>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1">
  <p:cSld name="25_1">
    <p:spTree>
      <p:nvGrpSpPr>
        <p:cNvPr id="87" name="Shape 87"/>
        <p:cNvGrpSpPr/>
        <p:nvPr/>
      </p:nvGrpSpPr>
      <p:grpSpPr>
        <a:xfrm>
          <a:off x="0" y="0"/>
          <a:ext cx="0" cy="0"/>
          <a:chOff x="0" y="0"/>
          <a:chExt cx="0" cy="0"/>
        </a:xfrm>
      </p:grpSpPr>
      <p:sp>
        <p:nvSpPr>
          <p:cNvPr id="88" name="Google Shape;88;p55"/>
          <p:cNvSpPr/>
          <p:nvPr>
            <p:ph idx="2" type="pic"/>
          </p:nvPr>
        </p:nvSpPr>
        <p:spPr>
          <a:xfrm>
            <a:off x="1133166" y="999309"/>
            <a:ext cx="4640100" cy="2496000"/>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1">
  <p:cSld name="33_1">
    <p:spTree>
      <p:nvGrpSpPr>
        <p:cNvPr id="89" name="Shape 89"/>
        <p:cNvGrpSpPr/>
        <p:nvPr/>
      </p:nvGrpSpPr>
      <p:grpSpPr>
        <a:xfrm>
          <a:off x="0" y="0"/>
          <a:ext cx="0" cy="0"/>
          <a:chOff x="0" y="0"/>
          <a:chExt cx="0" cy="0"/>
        </a:xfrm>
      </p:grpSpPr>
      <p:sp>
        <p:nvSpPr>
          <p:cNvPr id="90" name="Google Shape;90;p56"/>
          <p:cNvSpPr/>
          <p:nvPr>
            <p:ph idx="2" type="pic"/>
          </p:nvPr>
        </p:nvSpPr>
        <p:spPr>
          <a:xfrm>
            <a:off x="2864502" y="1713232"/>
            <a:ext cx="5122200" cy="2257800"/>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1">
  <p:cSld name="34_1">
    <p:spTree>
      <p:nvGrpSpPr>
        <p:cNvPr id="91" name="Shape 91"/>
        <p:cNvGrpSpPr/>
        <p:nvPr/>
      </p:nvGrpSpPr>
      <p:grpSpPr>
        <a:xfrm>
          <a:off x="0" y="0"/>
          <a:ext cx="0" cy="0"/>
          <a:chOff x="0" y="0"/>
          <a:chExt cx="0" cy="0"/>
        </a:xfrm>
      </p:grpSpPr>
      <p:sp>
        <p:nvSpPr>
          <p:cNvPr id="92" name="Google Shape;92;p57"/>
          <p:cNvSpPr/>
          <p:nvPr>
            <p:ph idx="2" type="pic"/>
          </p:nvPr>
        </p:nvSpPr>
        <p:spPr>
          <a:xfrm>
            <a:off x="785023" y="1559109"/>
            <a:ext cx="4092300" cy="2484900"/>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93" name="Shape 93"/>
        <p:cNvGrpSpPr/>
        <p:nvPr/>
      </p:nvGrpSpPr>
      <p:grpSpPr>
        <a:xfrm>
          <a:off x="0" y="0"/>
          <a:ext cx="0" cy="0"/>
          <a:chOff x="0" y="0"/>
          <a:chExt cx="0" cy="0"/>
        </a:xfrm>
      </p:grpSpPr>
      <p:sp>
        <p:nvSpPr>
          <p:cNvPr id="94" name="Google Shape;94;p58"/>
          <p:cNvSpPr/>
          <p:nvPr/>
        </p:nvSpPr>
        <p:spPr>
          <a:xfrm>
            <a:off x="1" y="4800600"/>
            <a:ext cx="91440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58"/>
          <p:cNvSpPr/>
          <p:nvPr/>
        </p:nvSpPr>
        <p:spPr>
          <a:xfrm>
            <a:off x="1" y="4750737"/>
            <a:ext cx="9144000" cy="49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8"/>
          <p:cNvSpPr txBox="1"/>
          <p:nvPr>
            <p:ph type="ctrTitle"/>
          </p:nvPr>
        </p:nvSpPr>
        <p:spPr>
          <a:xfrm>
            <a:off x="822960" y="569214"/>
            <a:ext cx="7543800" cy="26745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8"/>
          <p:cNvSpPr txBox="1"/>
          <p:nvPr>
            <p:ph idx="1" type="subTitle"/>
          </p:nvPr>
        </p:nvSpPr>
        <p:spPr>
          <a:xfrm>
            <a:off x="825038" y="3341716"/>
            <a:ext cx="7543800" cy="857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15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p:txBody>
      </p:sp>
      <p:sp>
        <p:nvSpPr>
          <p:cNvPr id="98" name="Google Shape;98;p58"/>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8"/>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58"/>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01" name="Google Shape;101;p58"/>
          <p:cNvCxnSpPr/>
          <p:nvPr/>
        </p:nvCxnSpPr>
        <p:spPr>
          <a:xfrm>
            <a:off x="905744" y="3257550"/>
            <a:ext cx="740670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59"/>
          <p:cNvSpPr txBox="1"/>
          <p:nvPr>
            <p:ph type="title"/>
          </p:nvPr>
        </p:nvSpPr>
        <p:spPr>
          <a:xfrm>
            <a:off x="822960" y="214953"/>
            <a:ext cx="7543800" cy="10881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9"/>
          <p:cNvSpPr txBox="1"/>
          <p:nvPr>
            <p:ph idx="1" type="body"/>
          </p:nvPr>
        </p:nvSpPr>
        <p:spPr>
          <a:xfrm>
            <a:off x="822960" y="1384301"/>
            <a:ext cx="7543800" cy="30174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05" name="Google Shape;105;p59"/>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9"/>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9"/>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108" name="Shape 108"/>
        <p:cNvGrpSpPr/>
        <p:nvPr/>
      </p:nvGrpSpPr>
      <p:grpSpPr>
        <a:xfrm>
          <a:off x="0" y="0"/>
          <a:ext cx="0" cy="0"/>
          <a:chOff x="0" y="0"/>
          <a:chExt cx="0" cy="0"/>
        </a:xfrm>
      </p:grpSpPr>
      <p:sp>
        <p:nvSpPr>
          <p:cNvPr id="109" name="Google Shape;109;p60"/>
          <p:cNvSpPr/>
          <p:nvPr/>
        </p:nvSpPr>
        <p:spPr>
          <a:xfrm>
            <a:off x="2382"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60"/>
          <p:cNvSpPr/>
          <p:nvPr/>
        </p:nvSpPr>
        <p:spPr>
          <a:xfrm>
            <a:off x="12"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60"/>
          <p:cNvSpPr txBox="1"/>
          <p:nvPr>
            <p:ph type="title"/>
          </p:nvPr>
        </p:nvSpPr>
        <p:spPr>
          <a:xfrm>
            <a:off x="822960" y="569214"/>
            <a:ext cx="7543800" cy="26745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6000"/>
              <a:buFont typeface="Calibri"/>
              <a:buNone/>
              <a:defRPr b="0" sz="6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60"/>
          <p:cNvSpPr txBox="1"/>
          <p:nvPr>
            <p:ph idx="1" type="body"/>
          </p:nvPr>
        </p:nvSpPr>
        <p:spPr>
          <a:xfrm>
            <a:off x="822960" y="3339846"/>
            <a:ext cx="7543800" cy="857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indent="-228600" lvl="1" marL="914400" algn="l">
              <a:lnSpc>
                <a:spcPct val="90000"/>
              </a:lnSpc>
              <a:spcBef>
                <a:spcPts val="150"/>
              </a:spcBef>
              <a:spcAft>
                <a:spcPts val="0"/>
              </a:spcAft>
              <a:buSzPts val="1350"/>
              <a:buNone/>
              <a:defRPr sz="1350">
                <a:solidFill>
                  <a:srgbClr val="888888"/>
                </a:solidFill>
              </a:defRPr>
            </a:lvl2pPr>
            <a:lvl3pPr indent="-228600" lvl="2" marL="1371600" algn="l">
              <a:lnSpc>
                <a:spcPct val="90000"/>
              </a:lnSpc>
              <a:spcBef>
                <a:spcPts val="300"/>
              </a:spcBef>
              <a:spcAft>
                <a:spcPts val="0"/>
              </a:spcAft>
              <a:buSzPts val="1200"/>
              <a:buNone/>
              <a:defRPr sz="1200">
                <a:solidFill>
                  <a:srgbClr val="888888"/>
                </a:solidFill>
              </a:defRPr>
            </a:lvl3pPr>
            <a:lvl4pPr indent="-228600" lvl="3" marL="1828800" algn="l">
              <a:lnSpc>
                <a:spcPct val="90000"/>
              </a:lnSpc>
              <a:spcBef>
                <a:spcPts val="300"/>
              </a:spcBef>
              <a:spcAft>
                <a:spcPts val="0"/>
              </a:spcAft>
              <a:buSzPts val="1050"/>
              <a:buNone/>
              <a:defRPr sz="1050">
                <a:solidFill>
                  <a:srgbClr val="888888"/>
                </a:solidFill>
              </a:defRPr>
            </a:lvl4pPr>
            <a:lvl5pPr indent="-228600" lvl="4" marL="2286000" algn="l">
              <a:lnSpc>
                <a:spcPct val="90000"/>
              </a:lnSpc>
              <a:spcBef>
                <a:spcPts val="300"/>
              </a:spcBef>
              <a:spcAft>
                <a:spcPts val="0"/>
              </a:spcAft>
              <a:buSzPts val="1050"/>
              <a:buNone/>
              <a:defRPr sz="1050">
                <a:solidFill>
                  <a:srgbClr val="888888"/>
                </a:solidFill>
              </a:defRPr>
            </a:lvl5pPr>
            <a:lvl6pPr indent="-228600" lvl="5" marL="2743200" algn="l">
              <a:lnSpc>
                <a:spcPct val="90000"/>
              </a:lnSpc>
              <a:spcBef>
                <a:spcPts val="300"/>
              </a:spcBef>
              <a:spcAft>
                <a:spcPts val="0"/>
              </a:spcAft>
              <a:buSzPts val="1050"/>
              <a:buNone/>
              <a:defRPr sz="1050">
                <a:solidFill>
                  <a:srgbClr val="888888"/>
                </a:solidFill>
              </a:defRPr>
            </a:lvl6pPr>
            <a:lvl7pPr indent="-228600" lvl="6" marL="3200400" algn="l">
              <a:lnSpc>
                <a:spcPct val="90000"/>
              </a:lnSpc>
              <a:spcBef>
                <a:spcPts val="300"/>
              </a:spcBef>
              <a:spcAft>
                <a:spcPts val="0"/>
              </a:spcAft>
              <a:buSzPts val="1050"/>
              <a:buNone/>
              <a:defRPr sz="1050">
                <a:solidFill>
                  <a:srgbClr val="888888"/>
                </a:solidFill>
              </a:defRPr>
            </a:lvl7pPr>
            <a:lvl8pPr indent="-228600" lvl="7" marL="3657600" algn="l">
              <a:lnSpc>
                <a:spcPct val="90000"/>
              </a:lnSpc>
              <a:spcBef>
                <a:spcPts val="300"/>
              </a:spcBef>
              <a:spcAft>
                <a:spcPts val="0"/>
              </a:spcAft>
              <a:buSzPts val="1050"/>
              <a:buNone/>
              <a:defRPr sz="1050">
                <a:solidFill>
                  <a:srgbClr val="888888"/>
                </a:solidFill>
              </a:defRPr>
            </a:lvl8pPr>
            <a:lvl9pPr indent="-228600" lvl="8" marL="4114800" algn="l">
              <a:lnSpc>
                <a:spcPct val="90000"/>
              </a:lnSpc>
              <a:spcBef>
                <a:spcPts val="300"/>
              </a:spcBef>
              <a:spcAft>
                <a:spcPts val="300"/>
              </a:spcAft>
              <a:buSzPts val="1050"/>
              <a:buNone/>
              <a:defRPr sz="1050">
                <a:solidFill>
                  <a:srgbClr val="888888"/>
                </a:solidFill>
              </a:defRPr>
            </a:lvl9pPr>
          </a:lstStyle>
          <a:p/>
        </p:txBody>
      </p:sp>
      <p:sp>
        <p:nvSpPr>
          <p:cNvPr id="113" name="Google Shape;113;p60"/>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0"/>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60"/>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16" name="Google Shape;116;p60"/>
          <p:cNvCxnSpPr/>
          <p:nvPr/>
        </p:nvCxnSpPr>
        <p:spPr>
          <a:xfrm>
            <a:off x="905744" y="3257550"/>
            <a:ext cx="740670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61"/>
          <p:cNvSpPr txBox="1"/>
          <p:nvPr>
            <p:ph type="title"/>
          </p:nvPr>
        </p:nvSpPr>
        <p:spPr>
          <a:xfrm>
            <a:off x="822960" y="214953"/>
            <a:ext cx="7543800" cy="10881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61"/>
          <p:cNvSpPr txBox="1"/>
          <p:nvPr>
            <p:ph idx="1" type="body"/>
          </p:nvPr>
        </p:nvSpPr>
        <p:spPr>
          <a:xfrm>
            <a:off x="822960" y="1384301"/>
            <a:ext cx="3703200" cy="30174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20" name="Google Shape;120;p61"/>
          <p:cNvSpPr txBox="1"/>
          <p:nvPr>
            <p:ph idx="2" type="body"/>
          </p:nvPr>
        </p:nvSpPr>
        <p:spPr>
          <a:xfrm>
            <a:off x="4663440" y="1384301"/>
            <a:ext cx="3703200" cy="30174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21" name="Google Shape;121;p61"/>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61"/>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1"/>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4" name="Shape 124"/>
        <p:cNvGrpSpPr/>
        <p:nvPr/>
      </p:nvGrpSpPr>
      <p:grpSpPr>
        <a:xfrm>
          <a:off x="0" y="0"/>
          <a:ext cx="0" cy="0"/>
          <a:chOff x="0" y="0"/>
          <a:chExt cx="0" cy="0"/>
        </a:xfrm>
      </p:grpSpPr>
      <p:sp>
        <p:nvSpPr>
          <p:cNvPr id="125" name="Google Shape;125;p62"/>
          <p:cNvSpPr txBox="1"/>
          <p:nvPr>
            <p:ph type="title"/>
          </p:nvPr>
        </p:nvSpPr>
        <p:spPr>
          <a:xfrm>
            <a:off x="822960" y="214953"/>
            <a:ext cx="7543800" cy="10881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62"/>
          <p:cNvSpPr txBox="1"/>
          <p:nvPr>
            <p:ph idx="1" type="body"/>
          </p:nvPr>
        </p:nvSpPr>
        <p:spPr>
          <a:xfrm>
            <a:off x="822960" y="1384539"/>
            <a:ext cx="3703200" cy="5523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150"/>
              </a:spcBef>
              <a:spcAft>
                <a:spcPts val="0"/>
              </a:spcAft>
              <a:buSzPts val="1500"/>
              <a:buNone/>
              <a:defRPr b="1" sz="1500"/>
            </a:lvl2pPr>
            <a:lvl3pPr indent="-228600" lvl="2" marL="1371600" algn="l">
              <a:lnSpc>
                <a:spcPct val="90000"/>
              </a:lnSpc>
              <a:spcBef>
                <a:spcPts val="300"/>
              </a:spcBef>
              <a:spcAft>
                <a:spcPts val="0"/>
              </a:spcAft>
              <a:buSzPts val="1350"/>
              <a:buNone/>
              <a:defRPr b="1" sz="135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127" name="Google Shape;127;p62"/>
          <p:cNvSpPr txBox="1"/>
          <p:nvPr>
            <p:ph idx="2" type="body"/>
          </p:nvPr>
        </p:nvSpPr>
        <p:spPr>
          <a:xfrm>
            <a:off x="822960" y="1936751"/>
            <a:ext cx="3703200" cy="24651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28" name="Google Shape;128;p62"/>
          <p:cNvSpPr txBox="1"/>
          <p:nvPr>
            <p:ph idx="3" type="body"/>
          </p:nvPr>
        </p:nvSpPr>
        <p:spPr>
          <a:xfrm>
            <a:off x="4663440" y="1384539"/>
            <a:ext cx="3703200" cy="5523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150"/>
              </a:spcBef>
              <a:spcAft>
                <a:spcPts val="0"/>
              </a:spcAft>
              <a:buSzPts val="1500"/>
              <a:buNone/>
              <a:defRPr b="1" sz="1500"/>
            </a:lvl2pPr>
            <a:lvl3pPr indent="-228600" lvl="2" marL="1371600" algn="l">
              <a:lnSpc>
                <a:spcPct val="90000"/>
              </a:lnSpc>
              <a:spcBef>
                <a:spcPts val="300"/>
              </a:spcBef>
              <a:spcAft>
                <a:spcPts val="0"/>
              </a:spcAft>
              <a:buSzPts val="1350"/>
              <a:buNone/>
              <a:defRPr b="1" sz="135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129" name="Google Shape;129;p62"/>
          <p:cNvSpPr txBox="1"/>
          <p:nvPr>
            <p:ph idx="4" type="body"/>
          </p:nvPr>
        </p:nvSpPr>
        <p:spPr>
          <a:xfrm>
            <a:off x="4663440" y="1936751"/>
            <a:ext cx="3703200" cy="24651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30" name="Google Shape;130;p62"/>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62"/>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62"/>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63"/>
          <p:cNvSpPr txBox="1"/>
          <p:nvPr>
            <p:ph type="title"/>
          </p:nvPr>
        </p:nvSpPr>
        <p:spPr>
          <a:xfrm>
            <a:off x="822960" y="214953"/>
            <a:ext cx="7543800" cy="10881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63"/>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63"/>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63"/>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8" name="Shape 138"/>
        <p:cNvGrpSpPr/>
        <p:nvPr/>
      </p:nvGrpSpPr>
      <p:grpSpPr>
        <a:xfrm>
          <a:off x="0" y="0"/>
          <a:ext cx="0" cy="0"/>
          <a:chOff x="0" y="0"/>
          <a:chExt cx="0" cy="0"/>
        </a:xfrm>
      </p:grpSpPr>
      <p:sp>
        <p:nvSpPr>
          <p:cNvPr id="139" name="Google Shape;139;p64"/>
          <p:cNvSpPr/>
          <p:nvPr/>
        </p:nvSpPr>
        <p:spPr>
          <a:xfrm>
            <a:off x="13" y="0"/>
            <a:ext cx="30381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64"/>
          <p:cNvSpPr/>
          <p:nvPr/>
        </p:nvSpPr>
        <p:spPr>
          <a:xfrm>
            <a:off x="3030053" y="0"/>
            <a:ext cx="48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4"/>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64"/>
          <p:cNvSpPr txBox="1"/>
          <p:nvPr>
            <p:ph idx="1" type="body"/>
          </p:nvPr>
        </p:nvSpPr>
        <p:spPr>
          <a:xfrm>
            <a:off x="3600450" y="548640"/>
            <a:ext cx="4869300" cy="3943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43" name="Google Shape;143;p64"/>
          <p:cNvSpPr txBox="1"/>
          <p:nvPr>
            <p:ph idx="2" type="body"/>
          </p:nvPr>
        </p:nvSpPr>
        <p:spPr>
          <a:xfrm>
            <a:off x="342900" y="2194560"/>
            <a:ext cx="2400300" cy="253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125"/>
              <a:buNone/>
              <a:defRPr sz="1125">
                <a:solidFill>
                  <a:srgbClr val="FFFFFF"/>
                </a:solidFill>
              </a:defRPr>
            </a:lvl1pPr>
            <a:lvl2pPr indent="-228600" lvl="1" marL="914400" algn="l">
              <a:lnSpc>
                <a:spcPct val="90000"/>
              </a:lnSpc>
              <a:spcBef>
                <a:spcPts val="150"/>
              </a:spcBef>
              <a:spcAft>
                <a:spcPts val="0"/>
              </a:spcAft>
              <a:buSzPts val="900"/>
              <a:buNone/>
              <a:defRPr sz="900"/>
            </a:lvl2pPr>
            <a:lvl3pPr indent="-228600" lvl="2" marL="1371600" algn="l">
              <a:lnSpc>
                <a:spcPct val="90000"/>
              </a:lnSpc>
              <a:spcBef>
                <a:spcPts val="300"/>
              </a:spcBef>
              <a:spcAft>
                <a:spcPts val="0"/>
              </a:spcAft>
              <a:buSzPts val="750"/>
              <a:buNone/>
              <a:defRPr sz="750"/>
            </a:lvl3pPr>
            <a:lvl4pPr indent="-228600" lvl="3" marL="1828800" algn="l">
              <a:lnSpc>
                <a:spcPct val="90000"/>
              </a:lnSpc>
              <a:spcBef>
                <a:spcPts val="300"/>
              </a:spcBef>
              <a:spcAft>
                <a:spcPts val="0"/>
              </a:spcAft>
              <a:buSzPts val="675"/>
              <a:buNone/>
              <a:defRPr sz="675"/>
            </a:lvl4pPr>
            <a:lvl5pPr indent="-228600" lvl="4" marL="2286000" algn="l">
              <a:lnSpc>
                <a:spcPct val="90000"/>
              </a:lnSpc>
              <a:spcBef>
                <a:spcPts val="300"/>
              </a:spcBef>
              <a:spcAft>
                <a:spcPts val="0"/>
              </a:spcAft>
              <a:buSzPts val="675"/>
              <a:buNone/>
              <a:defRPr sz="675"/>
            </a:lvl5pPr>
            <a:lvl6pPr indent="-228600" lvl="5" marL="2743200" algn="l">
              <a:lnSpc>
                <a:spcPct val="90000"/>
              </a:lnSpc>
              <a:spcBef>
                <a:spcPts val="300"/>
              </a:spcBef>
              <a:spcAft>
                <a:spcPts val="0"/>
              </a:spcAft>
              <a:buSzPts val="675"/>
              <a:buNone/>
              <a:defRPr sz="675"/>
            </a:lvl6pPr>
            <a:lvl7pPr indent="-228600" lvl="6" marL="3200400" algn="l">
              <a:lnSpc>
                <a:spcPct val="90000"/>
              </a:lnSpc>
              <a:spcBef>
                <a:spcPts val="300"/>
              </a:spcBef>
              <a:spcAft>
                <a:spcPts val="0"/>
              </a:spcAft>
              <a:buSzPts val="675"/>
              <a:buNone/>
              <a:defRPr sz="675"/>
            </a:lvl7pPr>
            <a:lvl8pPr indent="-228600" lvl="7" marL="3657600" algn="l">
              <a:lnSpc>
                <a:spcPct val="90000"/>
              </a:lnSpc>
              <a:spcBef>
                <a:spcPts val="300"/>
              </a:spcBef>
              <a:spcAft>
                <a:spcPts val="0"/>
              </a:spcAft>
              <a:buSzPts val="675"/>
              <a:buNone/>
              <a:defRPr sz="675"/>
            </a:lvl8pPr>
            <a:lvl9pPr indent="-228600" lvl="8" marL="4114800" algn="l">
              <a:lnSpc>
                <a:spcPct val="90000"/>
              </a:lnSpc>
              <a:spcBef>
                <a:spcPts val="300"/>
              </a:spcBef>
              <a:spcAft>
                <a:spcPts val="300"/>
              </a:spcAft>
              <a:buSzPts val="675"/>
              <a:buNone/>
              <a:defRPr sz="675"/>
            </a:lvl9pPr>
          </a:lstStyle>
          <a:p/>
        </p:txBody>
      </p:sp>
      <p:sp>
        <p:nvSpPr>
          <p:cNvPr id="144" name="Google Shape;144;p64"/>
          <p:cNvSpPr txBox="1"/>
          <p:nvPr>
            <p:ph idx="10" type="dt"/>
          </p:nvPr>
        </p:nvSpPr>
        <p:spPr>
          <a:xfrm>
            <a:off x="349134" y="4844839"/>
            <a:ext cx="19638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64"/>
          <p:cNvSpPr txBox="1"/>
          <p:nvPr>
            <p:ph idx="11" type="ftr"/>
          </p:nvPr>
        </p:nvSpPr>
        <p:spPr>
          <a:xfrm>
            <a:off x="3600450" y="4844839"/>
            <a:ext cx="3486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4"/>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7" name="Shape 147"/>
        <p:cNvGrpSpPr/>
        <p:nvPr/>
      </p:nvGrpSpPr>
      <p:grpSpPr>
        <a:xfrm>
          <a:off x="0" y="0"/>
          <a:ext cx="0" cy="0"/>
          <a:chOff x="0" y="0"/>
          <a:chExt cx="0" cy="0"/>
        </a:xfrm>
      </p:grpSpPr>
      <p:sp>
        <p:nvSpPr>
          <p:cNvPr id="148" name="Google Shape;148;p65"/>
          <p:cNvSpPr/>
          <p:nvPr/>
        </p:nvSpPr>
        <p:spPr>
          <a:xfrm>
            <a:off x="0" y="3714750"/>
            <a:ext cx="9141600" cy="1428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65"/>
          <p:cNvSpPr/>
          <p:nvPr/>
        </p:nvSpPr>
        <p:spPr>
          <a:xfrm>
            <a:off x="12" y="368630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5"/>
          <p:cNvSpPr txBox="1"/>
          <p:nvPr>
            <p:ph type="title"/>
          </p:nvPr>
        </p:nvSpPr>
        <p:spPr>
          <a:xfrm>
            <a:off x="822960" y="3806190"/>
            <a:ext cx="7585200" cy="61710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65"/>
          <p:cNvSpPr/>
          <p:nvPr>
            <p:ph idx="2" type="pic"/>
          </p:nvPr>
        </p:nvSpPr>
        <p:spPr>
          <a:xfrm>
            <a:off x="12" y="0"/>
            <a:ext cx="9144000" cy="3686400"/>
          </a:xfrm>
          <a:prstGeom prst="rect">
            <a:avLst/>
          </a:prstGeom>
          <a:solidFill>
            <a:srgbClr val="BECAD4"/>
          </a:solidFill>
          <a:ln>
            <a:noFill/>
          </a:ln>
        </p:spPr>
      </p:sp>
      <p:sp>
        <p:nvSpPr>
          <p:cNvPr id="152" name="Google Shape;152;p65"/>
          <p:cNvSpPr txBox="1"/>
          <p:nvPr>
            <p:ph idx="1" type="body"/>
          </p:nvPr>
        </p:nvSpPr>
        <p:spPr>
          <a:xfrm>
            <a:off x="822960" y="4430268"/>
            <a:ext cx="7584900" cy="44580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125"/>
              <a:buNone/>
              <a:defRPr sz="1125">
                <a:solidFill>
                  <a:srgbClr val="FFFFFF"/>
                </a:solidFill>
              </a:defRPr>
            </a:lvl1pPr>
            <a:lvl2pPr indent="-228600" lvl="1" marL="914400" algn="l">
              <a:lnSpc>
                <a:spcPct val="90000"/>
              </a:lnSpc>
              <a:spcBef>
                <a:spcPts val="450"/>
              </a:spcBef>
              <a:spcAft>
                <a:spcPts val="0"/>
              </a:spcAft>
              <a:buSzPts val="900"/>
              <a:buNone/>
              <a:defRPr sz="900"/>
            </a:lvl2pPr>
            <a:lvl3pPr indent="-228600" lvl="2" marL="1371600" algn="l">
              <a:lnSpc>
                <a:spcPct val="90000"/>
              </a:lnSpc>
              <a:spcBef>
                <a:spcPts val="300"/>
              </a:spcBef>
              <a:spcAft>
                <a:spcPts val="0"/>
              </a:spcAft>
              <a:buSzPts val="750"/>
              <a:buNone/>
              <a:defRPr sz="750"/>
            </a:lvl3pPr>
            <a:lvl4pPr indent="-228600" lvl="3" marL="1828800" algn="l">
              <a:lnSpc>
                <a:spcPct val="90000"/>
              </a:lnSpc>
              <a:spcBef>
                <a:spcPts val="300"/>
              </a:spcBef>
              <a:spcAft>
                <a:spcPts val="0"/>
              </a:spcAft>
              <a:buSzPts val="675"/>
              <a:buNone/>
              <a:defRPr sz="675"/>
            </a:lvl4pPr>
            <a:lvl5pPr indent="-228600" lvl="4" marL="2286000" algn="l">
              <a:lnSpc>
                <a:spcPct val="90000"/>
              </a:lnSpc>
              <a:spcBef>
                <a:spcPts val="300"/>
              </a:spcBef>
              <a:spcAft>
                <a:spcPts val="0"/>
              </a:spcAft>
              <a:buSzPts val="675"/>
              <a:buNone/>
              <a:defRPr sz="675"/>
            </a:lvl5pPr>
            <a:lvl6pPr indent="-228600" lvl="5" marL="2743200" algn="l">
              <a:lnSpc>
                <a:spcPct val="90000"/>
              </a:lnSpc>
              <a:spcBef>
                <a:spcPts val="300"/>
              </a:spcBef>
              <a:spcAft>
                <a:spcPts val="0"/>
              </a:spcAft>
              <a:buSzPts val="675"/>
              <a:buNone/>
              <a:defRPr sz="675"/>
            </a:lvl6pPr>
            <a:lvl7pPr indent="-228600" lvl="6" marL="3200400" algn="l">
              <a:lnSpc>
                <a:spcPct val="90000"/>
              </a:lnSpc>
              <a:spcBef>
                <a:spcPts val="300"/>
              </a:spcBef>
              <a:spcAft>
                <a:spcPts val="0"/>
              </a:spcAft>
              <a:buSzPts val="675"/>
              <a:buNone/>
              <a:defRPr sz="675"/>
            </a:lvl7pPr>
            <a:lvl8pPr indent="-228600" lvl="7" marL="3657600" algn="l">
              <a:lnSpc>
                <a:spcPct val="90000"/>
              </a:lnSpc>
              <a:spcBef>
                <a:spcPts val="300"/>
              </a:spcBef>
              <a:spcAft>
                <a:spcPts val="0"/>
              </a:spcAft>
              <a:buSzPts val="675"/>
              <a:buNone/>
              <a:defRPr sz="675"/>
            </a:lvl8pPr>
            <a:lvl9pPr indent="-228600" lvl="8" marL="4114800" algn="l">
              <a:lnSpc>
                <a:spcPct val="90000"/>
              </a:lnSpc>
              <a:spcBef>
                <a:spcPts val="300"/>
              </a:spcBef>
              <a:spcAft>
                <a:spcPts val="300"/>
              </a:spcAft>
              <a:buSzPts val="675"/>
              <a:buNone/>
              <a:defRPr sz="675"/>
            </a:lvl9pPr>
          </a:lstStyle>
          <a:p/>
        </p:txBody>
      </p:sp>
      <p:sp>
        <p:nvSpPr>
          <p:cNvPr id="153" name="Google Shape;153;p65"/>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65"/>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65"/>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6" name="Shape 156"/>
        <p:cNvGrpSpPr/>
        <p:nvPr/>
      </p:nvGrpSpPr>
      <p:grpSpPr>
        <a:xfrm>
          <a:off x="0" y="0"/>
          <a:ext cx="0" cy="0"/>
          <a:chOff x="0" y="0"/>
          <a:chExt cx="0" cy="0"/>
        </a:xfrm>
      </p:grpSpPr>
      <p:sp>
        <p:nvSpPr>
          <p:cNvPr id="157" name="Google Shape;157;p66"/>
          <p:cNvSpPr txBox="1"/>
          <p:nvPr>
            <p:ph type="title"/>
          </p:nvPr>
        </p:nvSpPr>
        <p:spPr>
          <a:xfrm>
            <a:off x="822960" y="214953"/>
            <a:ext cx="7543800" cy="10881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66"/>
          <p:cNvSpPr txBox="1"/>
          <p:nvPr>
            <p:ph idx="1" type="body"/>
          </p:nvPr>
        </p:nvSpPr>
        <p:spPr>
          <a:xfrm rot="5400000">
            <a:off x="3086160" y="-878899"/>
            <a:ext cx="3017400" cy="75438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59" name="Google Shape;159;p66"/>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66"/>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66"/>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62" name="Shape 162"/>
        <p:cNvGrpSpPr/>
        <p:nvPr/>
      </p:nvGrpSpPr>
      <p:grpSpPr>
        <a:xfrm>
          <a:off x="0" y="0"/>
          <a:ext cx="0" cy="0"/>
          <a:chOff x="0" y="0"/>
          <a:chExt cx="0" cy="0"/>
        </a:xfrm>
      </p:grpSpPr>
      <p:sp>
        <p:nvSpPr>
          <p:cNvPr id="163" name="Google Shape;163;p67"/>
          <p:cNvSpPr/>
          <p:nvPr/>
        </p:nvSpPr>
        <p:spPr>
          <a:xfrm>
            <a:off x="2382"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67"/>
          <p:cNvSpPr/>
          <p:nvPr/>
        </p:nvSpPr>
        <p:spPr>
          <a:xfrm>
            <a:off x="12"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67"/>
          <p:cNvSpPr txBox="1"/>
          <p:nvPr>
            <p:ph type="title"/>
          </p:nvPr>
        </p:nvSpPr>
        <p:spPr>
          <a:xfrm rot="5400000">
            <a:off x="5369549" y="1483426"/>
            <a:ext cx="4320000" cy="19716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67"/>
          <p:cNvSpPr txBox="1"/>
          <p:nvPr>
            <p:ph idx="1" type="body"/>
          </p:nvPr>
        </p:nvSpPr>
        <p:spPr>
          <a:xfrm rot="5400000">
            <a:off x="1368975" y="-431174"/>
            <a:ext cx="4320000" cy="58008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67" name="Google Shape;167;p67"/>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67"/>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67"/>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1">
  <p:cSld name="12_1">
    <p:spTree>
      <p:nvGrpSpPr>
        <p:cNvPr id="170" name="Shape 170"/>
        <p:cNvGrpSpPr/>
        <p:nvPr/>
      </p:nvGrpSpPr>
      <p:grpSpPr>
        <a:xfrm>
          <a:off x="0" y="0"/>
          <a:ext cx="0" cy="0"/>
          <a:chOff x="0" y="0"/>
          <a:chExt cx="0" cy="0"/>
        </a:xfrm>
      </p:grpSpPr>
      <p:sp>
        <p:nvSpPr>
          <p:cNvPr id="171" name="Google Shape;171;p68"/>
          <p:cNvSpPr/>
          <p:nvPr>
            <p:ph idx="2" type="pic"/>
          </p:nvPr>
        </p:nvSpPr>
        <p:spPr>
          <a:xfrm>
            <a:off x="827546" y="1579418"/>
            <a:ext cx="3784500" cy="2689500"/>
          </a:xfrm>
          <a:prstGeom prst="rect">
            <a:avLst/>
          </a:prstGeom>
          <a:solidFill>
            <a:srgbClr val="F2F2F2"/>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1">
  <p:cSld name="13_1">
    <p:spTree>
      <p:nvGrpSpPr>
        <p:cNvPr id="172" name="Shape 172"/>
        <p:cNvGrpSpPr/>
        <p:nvPr/>
      </p:nvGrpSpPr>
      <p:grpSpPr>
        <a:xfrm>
          <a:off x="0" y="0"/>
          <a:ext cx="0" cy="0"/>
          <a:chOff x="0" y="0"/>
          <a:chExt cx="0" cy="0"/>
        </a:xfrm>
      </p:grpSpPr>
      <p:sp>
        <p:nvSpPr>
          <p:cNvPr id="173" name="Google Shape;173;p69"/>
          <p:cNvSpPr/>
          <p:nvPr>
            <p:ph idx="2" type="pic"/>
          </p:nvPr>
        </p:nvSpPr>
        <p:spPr>
          <a:xfrm>
            <a:off x="2728829" y="-280425"/>
            <a:ext cx="2877000" cy="4542300"/>
          </a:xfrm>
          <a:prstGeom prst="rect">
            <a:avLst/>
          </a:prstGeom>
          <a:solidFill>
            <a:srgbClr val="F2F2F2"/>
          </a:solid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1">
  <p:cSld name="27_1">
    <p:spTree>
      <p:nvGrpSpPr>
        <p:cNvPr id="174" name="Shape 174"/>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1">
  <p:cSld name="28_1">
    <p:spTree>
      <p:nvGrpSpPr>
        <p:cNvPr id="175" name="Shape 175"/>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1">
  <p:cSld name="29_1">
    <p:spTree>
      <p:nvGrpSpPr>
        <p:cNvPr id="176" name="Shape 176"/>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1">
  <p:cSld name="30_1">
    <p:spTree>
      <p:nvGrpSpPr>
        <p:cNvPr id="177" name="Shape 1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p:nvPr/>
        </p:nvSpPr>
        <p:spPr>
          <a:xfrm>
            <a:off x="2382" y="4800600"/>
            <a:ext cx="91416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7"/>
          <p:cNvSpPr/>
          <p:nvPr/>
        </p:nvSpPr>
        <p:spPr>
          <a:xfrm>
            <a:off x="12" y="4750737"/>
            <a:ext cx="9141600" cy="4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7"/>
          <p:cNvSpPr txBox="1"/>
          <p:nvPr>
            <p:ph type="title"/>
          </p:nvPr>
        </p:nvSpPr>
        <p:spPr>
          <a:xfrm>
            <a:off x="822960" y="214953"/>
            <a:ext cx="7543800" cy="1088100"/>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3600"/>
              <a:buFont typeface="Calibri"/>
              <a:buNone/>
              <a:defRPr b="0" i="0" sz="36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27"/>
          <p:cNvSpPr txBox="1"/>
          <p:nvPr>
            <p:ph idx="1" type="body"/>
          </p:nvPr>
        </p:nvSpPr>
        <p:spPr>
          <a:xfrm>
            <a:off x="822960" y="1384301"/>
            <a:ext cx="7543800" cy="3017400"/>
          </a:xfrm>
          <a:prstGeom prst="rect">
            <a:avLst/>
          </a:prstGeom>
          <a:noFill/>
          <a:ln>
            <a:noFill/>
          </a:ln>
        </p:spPr>
        <p:txBody>
          <a:bodyPr anchorCtr="0" anchor="t" bIns="45700" lIns="0" spcFirstLastPara="1" rIns="0" wrap="square" tIns="45700">
            <a:normAutofit/>
          </a:bodyPr>
          <a:lstStyle>
            <a:lvl1pPr indent="-323850" lvl="0" marL="457200" marR="0" rtl="0" algn="l">
              <a:lnSpc>
                <a:spcPct val="90000"/>
              </a:lnSpc>
              <a:spcBef>
                <a:spcPts val="900"/>
              </a:spcBef>
              <a:spcAft>
                <a:spcPts val="0"/>
              </a:spcAft>
              <a:buClr>
                <a:schemeClr val="accent1"/>
              </a:buClr>
              <a:buSzPts val="1500"/>
              <a:buFont typeface="Calibri"/>
              <a:buChar char=" "/>
              <a:defRPr b="0" i="0" sz="1500" u="none" cap="none" strike="noStrike">
                <a:solidFill>
                  <a:srgbClr val="3F3F3F"/>
                </a:solidFill>
                <a:latin typeface="Calibri"/>
                <a:ea typeface="Calibri"/>
                <a:cs typeface="Calibri"/>
                <a:sym typeface="Calibri"/>
              </a:defRPr>
            </a:lvl1pPr>
            <a:lvl2pPr indent="-314325" lvl="1" marL="914400" marR="0" rtl="0" algn="l">
              <a:lnSpc>
                <a:spcPct val="90000"/>
              </a:lnSpc>
              <a:spcBef>
                <a:spcPts val="150"/>
              </a:spcBef>
              <a:spcAft>
                <a:spcPts val="0"/>
              </a:spcAft>
              <a:buClr>
                <a:schemeClr val="accent1"/>
              </a:buClr>
              <a:buSzPts val="1350"/>
              <a:buFont typeface="Calibri"/>
              <a:buChar char="◦"/>
              <a:defRPr b="0" i="0" sz="1350" u="none" cap="none" strike="noStrike">
                <a:solidFill>
                  <a:srgbClr val="3F3F3F"/>
                </a:solidFill>
                <a:latin typeface="Calibri"/>
                <a:ea typeface="Calibri"/>
                <a:cs typeface="Calibri"/>
                <a:sym typeface="Calibri"/>
              </a:defRPr>
            </a:lvl2pPr>
            <a:lvl3pPr indent="-295275" lvl="2" marL="13716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3pPr>
            <a:lvl4pPr indent="-295275" lvl="3" marL="18288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4pPr>
            <a:lvl5pPr indent="-295275" lvl="4" marL="22860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5pPr>
            <a:lvl6pPr indent="-295275" lvl="5" marL="27432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6pPr>
            <a:lvl7pPr indent="-295275" lvl="6" marL="32004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7pPr>
            <a:lvl8pPr indent="-295275" lvl="7" marL="36576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8pPr>
            <a:lvl9pPr indent="-295275" lvl="8" marL="4114800" marR="0" rtl="0" algn="l">
              <a:lnSpc>
                <a:spcPct val="90000"/>
              </a:lnSpc>
              <a:spcBef>
                <a:spcPts val="300"/>
              </a:spcBef>
              <a:spcAft>
                <a:spcPts val="30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9pPr>
          </a:lstStyle>
          <a:p/>
        </p:txBody>
      </p:sp>
      <p:sp>
        <p:nvSpPr>
          <p:cNvPr id="14" name="Google Shape;14;p27"/>
          <p:cNvSpPr txBox="1"/>
          <p:nvPr>
            <p:ph idx="10" type="dt"/>
          </p:nvPr>
        </p:nvSpPr>
        <p:spPr>
          <a:xfrm>
            <a:off x="822961" y="4844839"/>
            <a:ext cx="18543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75"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27"/>
          <p:cNvSpPr txBox="1"/>
          <p:nvPr>
            <p:ph idx="11" type="ftr"/>
          </p:nvPr>
        </p:nvSpPr>
        <p:spPr>
          <a:xfrm>
            <a:off x="2764639" y="4844839"/>
            <a:ext cx="3617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675"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27"/>
          <p:cNvSpPr txBox="1"/>
          <p:nvPr>
            <p:ph idx="12" type="sldNum"/>
          </p:nvPr>
        </p:nvSpPr>
        <p:spPr>
          <a:xfrm>
            <a:off x="7425344" y="4844839"/>
            <a:ext cx="9840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27"/>
          <p:cNvCxnSpPr/>
          <p:nvPr/>
        </p:nvCxnSpPr>
        <p:spPr>
          <a:xfrm>
            <a:off x="895149" y="1303384"/>
            <a:ext cx="747510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5.png"/><Relationship Id="rId8" Type="http://schemas.openxmlformats.org/officeDocument/2006/relationships/image" Target="../media/image2.png"/><Relationship Id="rId10"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0.jpg"/><Relationship Id="rId4" Type="http://schemas.openxmlformats.org/officeDocument/2006/relationships/image" Target="../media/image20.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hyperlink" Target="https://ico.org.uk/for-organisations/dp-at-the-end-of-the-transition-period/data-protection-and-the-eu-in-detail/the-uk-gdpr/" TargetMode="External"/><Relationship Id="rId5" Type="http://schemas.openxmlformats.org/officeDocument/2006/relationships/hyperlink" Target="https://www.legislation.gov.uk/ukpga/2011/21/contents/enacted" TargetMode="External"/><Relationship Id="rId6" Type="http://schemas.openxmlformats.org/officeDocument/2006/relationships/hyperlink" Target="https://www.gov.uk/government/publications/keeping-children-safe-in-education--2" TargetMode="External"/><Relationship Id="rId7" Type="http://schemas.openxmlformats.org/officeDocument/2006/relationships/image" Target="../media/image16.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5.png"/><Relationship Id="rId5" Type="http://schemas.openxmlformats.org/officeDocument/2006/relationships/image" Target="../media/image16.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hyperlink" Target="https://irms.org.uk/?" TargetMode="External"/><Relationship Id="rId9" Type="http://schemas.openxmlformats.org/officeDocument/2006/relationships/hyperlink" Target="https://www.legislation.gov.uk/uksi/2021/833/contents/made" TargetMode="External"/><Relationship Id="rId5" Type="http://schemas.openxmlformats.org/officeDocument/2006/relationships/hyperlink" Target="https://www.gov.uk/guidance/data-protection-in-schools/data-retentiondata-protection-toolkit-for-schools" TargetMode="External"/><Relationship Id="rId6" Type="http://schemas.openxmlformats.org/officeDocument/2006/relationships/hyperlink" Target="https://dataprotection.education/index.php/best-practice-library/best-practice/records-management" TargetMode="External"/><Relationship Id="rId7" Type="http://schemas.openxmlformats.org/officeDocument/2006/relationships/hyperlink" Target="https://dataprotection.education/index.php?option=com_tjucm&amp;view=items&amp;client=com_tjucm.rop&amp;filter_process=generic&amp;Itemid=1258" TargetMode="External"/><Relationship Id="rId8" Type="http://schemas.openxmlformats.org/officeDocument/2006/relationships/hyperlink" Target="https://www.legislation.gov.uk/ukpga/1980/58" TargetMode="External"/><Relationship Id="rId11" Type="http://schemas.openxmlformats.org/officeDocument/2006/relationships/hyperlink" Target="https://support.google.com/vault/answer/2990828?hl=en" TargetMode="External"/><Relationship Id="rId10" Type="http://schemas.openxmlformats.org/officeDocument/2006/relationships/hyperlink" Target="https://docs.microsoft.com/en-us/microsoft-365/compliance/retention?view=o365-worldwide" TargetMode="External"/><Relationship Id="rId12" Type="http://schemas.openxmlformats.org/officeDocument/2006/relationships/hyperlink" Target="https://support.capitasoftware.com/csm?id=kb_article_view&amp;sysparm_article=KB0035802&amp;sys_kb_id=1915cce21b9f3010c723edb2b24bcbce&amp;spa=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9.png"/><Relationship Id="rId8"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hyperlink" Target="https://www.gov.uk/government/publications/school-attendanc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support.google.com/a/topic/2683824?hl=en&amp;ref_topic=2683865&amp;sjid=4025072995025411464-EU" TargetMode="Externa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38.jp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40.png"/><Relationship Id="rId4"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181" name="Shape 181"/>
        <p:cNvGrpSpPr/>
        <p:nvPr/>
      </p:nvGrpSpPr>
      <p:grpSpPr>
        <a:xfrm>
          <a:off x="0" y="0"/>
          <a:ext cx="0" cy="0"/>
          <a:chOff x="0" y="0"/>
          <a:chExt cx="0" cy="0"/>
        </a:xfrm>
      </p:grpSpPr>
      <p:sp>
        <p:nvSpPr>
          <p:cNvPr id="182" name="Google Shape;182;p1"/>
          <p:cNvSpPr/>
          <p:nvPr/>
        </p:nvSpPr>
        <p:spPr>
          <a:xfrm rot="-599974">
            <a:off x="-526584" y="-1621556"/>
            <a:ext cx="10767062" cy="5215837"/>
          </a:xfrm>
          <a:prstGeom prst="rect">
            <a:avLst/>
          </a:prstGeom>
          <a:solidFill>
            <a:srgbClr val="0191B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183" name="Google Shape;183;p1"/>
          <p:cNvPicPr preferRelativeResize="0"/>
          <p:nvPr/>
        </p:nvPicPr>
        <p:blipFill rotWithShape="1">
          <a:blip r:embed="rId3">
            <a:alphaModFix/>
          </a:blip>
          <a:srcRect b="0" l="0" r="0" t="0"/>
          <a:stretch/>
        </p:blipFill>
        <p:spPr>
          <a:xfrm>
            <a:off x="1074743" y="823715"/>
            <a:ext cx="1274764" cy="1274764"/>
          </a:xfrm>
          <a:prstGeom prst="rect">
            <a:avLst/>
          </a:prstGeom>
          <a:noFill/>
          <a:ln>
            <a:noFill/>
          </a:ln>
        </p:spPr>
      </p:pic>
      <p:pic>
        <p:nvPicPr>
          <p:cNvPr id="184" name="Google Shape;184;p1"/>
          <p:cNvPicPr preferRelativeResize="0"/>
          <p:nvPr/>
        </p:nvPicPr>
        <p:blipFill rotWithShape="1">
          <a:blip r:embed="rId3">
            <a:alphaModFix/>
          </a:blip>
          <a:srcRect b="0" l="0" r="0" t="0"/>
          <a:stretch/>
        </p:blipFill>
        <p:spPr>
          <a:xfrm>
            <a:off x="7346722" y="2773881"/>
            <a:ext cx="1274764" cy="1274764"/>
          </a:xfrm>
          <a:prstGeom prst="rect">
            <a:avLst/>
          </a:prstGeom>
          <a:noFill/>
          <a:ln>
            <a:noFill/>
          </a:ln>
        </p:spPr>
      </p:pic>
      <p:sp>
        <p:nvSpPr>
          <p:cNvPr id="185" name="Google Shape;185;p1"/>
          <p:cNvSpPr/>
          <p:nvPr/>
        </p:nvSpPr>
        <p:spPr>
          <a:xfrm rot="-600785">
            <a:off x="8662428" y="2138153"/>
            <a:ext cx="584909" cy="277831"/>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186" name="Google Shape;186;p1"/>
          <p:cNvSpPr/>
          <p:nvPr/>
        </p:nvSpPr>
        <p:spPr>
          <a:xfrm rot="-600644">
            <a:off x="8844344" y="2284902"/>
            <a:ext cx="360691" cy="171196"/>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187" name="Google Shape;187;p1"/>
          <p:cNvSpPr/>
          <p:nvPr/>
        </p:nvSpPr>
        <p:spPr>
          <a:xfrm rot="-599865">
            <a:off x="-184461" y="872663"/>
            <a:ext cx="876104" cy="415834"/>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188" name="Google Shape;188;p1"/>
          <p:cNvSpPr/>
          <p:nvPr/>
        </p:nvSpPr>
        <p:spPr>
          <a:xfrm rot="-600812">
            <a:off x="-201876" y="1209497"/>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graphicFrame>
        <p:nvGraphicFramePr>
          <p:cNvPr id="189" name="Google Shape;189;p1"/>
          <p:cNvGraphicFramePr/>
          <p:nvPr/>
        </p:nvGraphicFramePr>
        <p:xfrm>
          <a:off x="304800" y="304800"/>
          <a:ext cx="3000000" cy="3000000"/>
        </p:xfrm>
        <a:graphic>
          <a:graphicData uri="http://schemas.openxmlformats.org/drawingml/2006/table">
            <a:tbl>
              <a:tblPr>
                <a:noFill/>
                <a:tableStyleId>{0F36EC5E-1C2C-4590-A190-6B48585F234C}</a:tableStyleId>
              </a:tblPr>
              <a:tblGrid>
                <a:gridCol w="4419600"/>
                <a:gridCol w="2028825"/>
              </a:tblGrid>
              <a:tr h="2552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8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190" name="Google Shape;190;p1"/>
          <p:cNvSpPr txBox="1"/>
          <p:nvPr/>
        </p:nvSpPr>
        <p:spPr>
          <a:xfrm>
            <a:off x="1969050" y="2418275"/>
            <a:ext cx="44844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Calibri"/>
                <a:ea typeface="Calibri"/>
                <a:cs typeface="Calibri"/>
                <a:sym typeface="Calibri"/>
              </a:rPr>
              <a:t>Data Retention Workshop</a:t>
            </a:r>
            <a:endParaRPr b="1" i="0" sz="2500" u="none" cap="none" strike="noStrike">
              <a:solidFill>
                <a:srgbClr val="000000"/>
              </a:solidFill>
              <a:latin typeface="Calibri"/>
              <a:ea typeface="Calibri"/>
              <a:cs typeface="Calibri"/>
              <a:sym typeface="Calibri"/>
            </a:endParaRPr>
          </a:p>
        </p:txBody>
      </p:sp>
      <p:sp>
        <p:nvSpPr>
          <p:cNvPr id="191" name="Google Shape;191;p1"/>
          <p:cNvSpPr/>
          <p:nvPr/>
        </p:nvSpPr>
        <p:spPr>
          <a:xfrm>
            <a:off x="-30826" y="2987684"/>
            <a:ext cx="2913300" cy="1089900"/>
          </a:xfrm>
          <a:prstGeom prst="roundRect">
            <a:avLst>
              <a:gd fmla="val 17819"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63"/>
              <a:buFont typeface="Arial"/>
              <a:buNone/>
            </a:pPr>
            <a:r>
              <a:rPr b="1" i="0" lang="en-US" sz="1363" u="none" cap="none" strike="noStrike">
                <a:solidFill>
                  <a:srgbClr val="002060"/>
                </a:solidFill>
                <a:latin typeface="Calibri"/>
                <a:ea typeface="Calibri"/>
                <a:cs typeface="Calibri"/>
                <a:sym typeface="Calibri"/>
              </a:rPr>
              <a:t>Stuart Lee</a:t>
            </a:r>
            <a:endParaRPr b="0" i="0" sz="1363" u="none" cap="none" strike="noStrike">
              <a:solidFill>
                <a:srgbClr val="00206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63"/>
              <a:buFont typeface="Arial"/>
              <a:buNone/>
            </a:pPr>
            <a:r>
              <a:rPr b="0" i="0" lang="en-US" sz="1363" u="none" cap="none" strike="noStrike">
                <a:solidFill>
                  <a:srgbClr val="002060"/>
                </a:solidFill>
                <a:latin typeface="Calibri"/>
                <a:ea typeface="Calibri"/>
                <a:cs typeface="Calibri"/>
                <a:sym typeface="Calibri"/>
              </a:rPr>
              <a:t>DPE consultant and workshop presenter</a:t>
            </a:r>
            <a:endParaRPr b="0" i="0" sz="1363" u="none" cap="none" strike="noStrike">
              <a:solidFill>
                <a:srgbClr val="00206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63"/>
              <a:buFont typeface="Arial"/>
              <a:buNone/>
            </a:pPr>
            <a:r>
              <a:t/>
            </a:r>
            <a:endParaRPr b="0" i="0" sz="13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192" name="Google Shape;192;p1"/>
          <p:cNvPicPr preferRelativeResize="0"/>
          <p:nvPr/>
        </p:nvPicPr>
        <p:blipFill rotWithShape="1">
          <a:blip r:embed="rId4">
            <a:alphaModFix/>
          </a:blip>
          <a:srcRect b="0" l="0" r="0" t="0"/>
          <a:stretch/>
        </p:blipFill>
        <p:spPr>
          <a:xfrm>
            <a:off x="5609125" y="116875"/>
            <a:ext cx="3033600" cy="2226526"/>
          </a:xfrm>
          <a:prstGeom prst="rect">
            <a:avLst/>
          </a:prstGeom>
          <a:noFill/>
          <a:ln>
            <a:noFill/>
          </a:ln>
        </p:spPr>
      </p:pic>
      <p:pic>
        <p:nvPicPr>
          <p:cNvPr id="193" name="Google Shape;193;p1"/>
          <p:cNvPicPr preferRelativeResize="0"/>
          <p:nvPr/>
        </p:nvPicPr>
        <p:blipFill rotWithShape="1">
          <a:blip r:embed="rId5">
            <a:alphaModFix/>
          </a:blip>
          <a:srcRect b="0" l="33754" r="35075" t="9173"/>
          <a:stretch/>
        </p:blipFill>
        <p:spPr>
          <a:xfrm>
            <a:off x="5817525" y="3286124"/>
            <a:ext cx="569400" cy="637089"/>
          </a:xfrm>
          <a:prstGeom prst="rect">
            <a:avLst/>
          </a:prstGeom>
          <a:noFill/>
          <a:ln>
            <a:noFill/>
          </a:ln>
        </p:spPr>
      </p:pic>
      <p:pic>
        <p:nvPicPr>
          <p:cNvPr id="194" name="Google Shape;194;p1"/>
          <p:cNvPicPr preferRelativeResize="0"/>
          <p:nvPr/>
        </p:nvPicPr>
        <p:blipFill rotWithShape="1">
          <a:blip r:embed="rId6">
            <a:alphaModFix/>
          </a:blip>
          <a:srcRect b="0" l="0" r="0" t="0"/>
          <a:stretch/>
        </p:blipFill>
        <p:spPr>
          <a:xfrm>
            <a:off x="2703350" y="1078125"/>
            <a:ext cx="624325" cy="624325"/>
          </a:xfrm>
          <a:prstGeom prst="rect">
            <a:avLst/>
          </a:prstGeom>
          <a:noFill/>
          <a:ln>
            <a:noFill/>
          </a:ln>
        </p:spPr>
      </p:pic>
      <p:pic>
        <p:nvPicPr>
          <p:cNvPr id="195" name="Google Shape;195;p1"/>
          <p:cNvPicPr preferRelativeResize="0"/>
          <p:nvPr/>
        </p:nvPicPr>
        <p:blipFill rotWithShape="1">
          <a:blip r:embed="rId7">
            <a:alphaModFix/>
          </a:blip>
          <a:srcRect b="0" l="0" r="0" t="0"/>
          <a:stretch/>
        </p:blipFill>
        <p:spPr>
          <a:xfrm>
            <a:off x="3535051" y="2967124"/>
            <a:ext cx="569400" cy="569400"/>
          </a:xfrm>
          <a:prstGeom prst="rect">
            <a:avLst/>
          </a:prstGeom>
          <a:noFill/>
          <a:ln>
            <a:noFill/>
          </a:ln>
        </p:spPr>
      </p:pic>
      <p:pic>
        <p:nvPicPr>
          <p:cNvPr id="196" name="Google Shape;196;p1"/>
          <p:cNvPicPr preferRelativeResize="0"/>
          <p:nvPr/>
        </p:nvPicPr>
        <p:blipFill rotWithShape="1">
          <a:blip r:embed="rId8">
            <a:alphaModFix/>
          </a:blip>
          <a:srcRect b="0" l="0" r="0" t="0"/>
          <a:stretch/>
        </p:blipFill>
        <p:spPr>
          <a:xfrm>
            <a:off x="3716204" y="1044250"/>
            <a:ext cx="934850" cy="934850"/>
          </a:xfrm>
          <a:prstGeom prst="rect">
            <a:avLst/>
          </a:prstGeom>
          <a:noFill/>
          <a:ln>
            <a:noFill/>
          </a:ln>
        </p:spPr>
      </p:pic>
      <p:pic>
        <p:nvPicPr>
          <p:cNvPr id="197" name="Google Shape;197;p1"/>
          <p:cNvPicPr preferRelativeResize="0"/>
          <p:nvPr/>
        </p:nvPicPr>
        <p:blipFill rotWithShape="1">
          <a:blip r:embed="rId9">
            <a:alphaModFix/>
          </a:blip>
          <a:srcRect b="0" l="0" r="0" t="0"/>
          <a:stretch/>
        </p:blipFill>
        <p:spPr>
          <a:xfrm>
            <a:off x="3968050" y="414899"/>
            <a:ext cx="838550" cy="469600"/>
          </a:xfrm>
          <a:prstGeom prst="rect">
            <a:avLst/>
          </a:prstGeom>
          <a:noFill/>
          <a:ln>
            <a:noFill/>
          </a:ln>
        </p:spPr>
      </p:pic>
      <p:pic>
        <p:nvPicPr>
          <p:cNvPr id="198" name="Google Shape;198;p1"/>
          <p:cNvPicPr preferRelativeResize="0"/>
          <p:nvPr/>
        </p:nvPicPr>
        <p:blipFill rotWithShape="1">
          <a:blip r:embed="rId10">
            <a:alphaModFix/>
          </a:blip>
          <a:srcRect b="32200" l="22356" r="27290" t="16556"/>
          <a:stretch/>
        </p:blipFill>
        <p:spPr>
          <a:xfrm>
            <a:off x="4203625" y="3174300"/>
            <a:ext cx="1306660" cy="993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202" name="Shape 202"/>
        <p:cNvGrpSpPr/>
        <p:nvPr/>
      </p:nvGrpSpPr>
      <p:grpSpPr>
        <a:xfrm>
          <a:off x="0" y="0"/>
          <a:ext cx="0" cy="0"/>
          <a:chOff x="0" y="0"/>
          <a:chExt cx="0" cy="0"/>
        </a:xfrm>
      </p:grpSpPr>
      <p:pic>
        <p:nvPicPr>
          <p:cNvPr descr="A person writing on a notebook&#10;&#10;Description automatically generated with low confidence" id="203" name="Google Shape;203;p2"/>
          <p:cNvPicPr preferRelativeResize="0"/>
          <p:nvPr>
            <p:ph idx="2" type="pic"/>
          </p:nvPr>
        </p:nvPicPr>
        <p:blipFill rotWithShape="1">
          <a:blip r:embed="rId3">
            <a:alphaModFix/>
          </a:blip>
          <a:srcRect b="0" l="7318" r="7318" t="0"/>
          <a:stretch/>
        </p:blipFill>
        <p:spPr>
          <a:xfrm>
            <a:off x="4235922" y="530942"/>
            <a:ext cx="5253431" cy="4103737"/>
          </a:xfrm>
          <a:prstGeom prst="rect">
            <a:avLst/>
          </a:prstGeom>
          <a:solidFill>
            <a:srgbClr val="F2F2F2"/>
          </a:solidFill>
          <a:ln>
            <a:noFill/>
          </a:ln>
        </p:spPr>
      </p:pic>
      <p:pic>
        <p:nvPicPr>
          <p:cNvPr id="204" name="Google Shape;204;p2"/>
          <p:cNvPicPr preferRelativeResize="0"/>
          <p:nvPr/>
        </p:nvPicPr>
        <p:blipFill rotWithShape="1">
          <a:blip r:embed="rId4">
            <a:alphaModFix/>
          </a:blip>
          <a:srcRect b="0" l="0" r="0" t="0"/>
          <a:stretch/>
        </p:blipFill>
        <p:spPr>
          <a:xfrm>
            <a:off x="639927" y="3212005"/>
            <a:ext cx="1274764" cy="1274764"/>
          </a:xfrm>
          <a:prstGeom prst="rect">
            <a:avLst/>
          </a:prstGeom>
          <a:noFill/>
          <a:ln>
            <a:noFill/>
          </a:ln>
        </p:spPr>
      </p:pic>
      <p:sp>
        <p:nvSpPr>
          <p:cNvPr id="205" name="Google Shape;205;p2"/>
          <p:cNvSpPr/>
          <p:nvPr/>
        </p:nvSpPr>
        <p:spPr>
          <a:xfrm>
            <a:off x="1141335" y="656730"/>
            <a:ext cx="4488000" cy="3319800"/>
          </a:xfrm>
          <a:prstGeom prst="roundRect">
            <a:avLst>
              <a:gd fmla="val 7106" name="adj"/>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06" name="Google Shape;206;p2"/>
          <p:cNvSpPr txBox="1"/>
          <p:nvPr/>
        </p:nvSpPr>
        <p:spPr>
          <a:xfrm>
            <a:off x="1610726" y="806540"/>
            <a:ext cx="4018800" cy="47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5"/>
              <a:buFont typeface="Arial"/>
              <a:buNone/>
            </a:pPr>
            <a:r>
              <a:rPr b="0" i="0" lang="en-US" sz="2475" u="none" cap="none" strike="noStrike">
                <a:solidFill>
                  <a:srgbClr val="FFFFFF"/>
                </a:solidFill>
                <a:latin typeface="Calibri"/>
                <a:ea typeface="Calibri"/>
                <a:cs typeface="Calibri"/>
                <a:sym typeface="Calibri"/>
              </a:rPr>
              <a:t>Agenda</a:t>
            </a:r>
            <a:endParaRPr b="0" i="0" sz="1400" u="none" cap="none" strike="noStrike">
              <a:solidFill>
                <a:srgbClr val="000000"/>
              </a:solidFill>
              <a:latin typeface="Calibri"/>
              <a:ea typeface="Calibri"/>
              <a:cs typeface="Calibri"/>
              <a:sym typeface="Calibri"/>
            </a:endParaRPr>
          </a:p>
        </p:txBody>
      </p:sp>
      <p:sp>
        <p:nvSpPr>
          <p:cNvPr id="207" name="Google Shape;207;p2"/>
          <p:cNvSpPr/>
          <p:nvPr/>
        </p:nvSpPr>
        <p:spPr>
          <a:xfrm>
            <a:off x="5411032" y="2019348"/>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208" name="Google Shape;208;p2"/>
          <p:cNvSpPr txBox="1"/>
          <p:nvPr/>
        </p:nvSpPr>
        <p:spPr>
          <a:xfrm>
            <a:off x="1716917" y="1620859"/>
            <a:ext cx="3073200" cy="2841000"/>
          </a:xfrm>
          <a:prstGeom prst="rect">
            <a:avLst/>
          </a:prstGeom>
          <a:noFill/>
          <a:ln>
            <a:noFill/>
          </a:ln>
        </p:spPr>
        <p:txBody>
          <a:bodyPr anchorCtr="0" anchor="ctr" bIns="17125" lIns="17125" spcFirstLastPara="1" rIns="17125" wrap="square" tIns="17125">
            <a:spAutoFit/>
          </a:bodyPr>
          <a:lstStyle/>
          <a:p>
            <a:pPr indent="-311150" lvl="0" marL="457200" marR="0" rtl="0" algn="l">
              <a:lnSpc>
                <a:spcPct val="150000"/>
              </a:lnSpc>
              <a:spcBef>
                <a:spcPts val="0"/>
              </a:spcBef>
              <a:spcAft>
                <a:spcPts val="0"/>
              </a:spcAft>
              <a:buClr>
                <a:schemeClr val="lt1"/>
              </a:buClr>
              <a:buSzPts val="1300"/>
              <a:buFont typeface="Arial"/>
              <a:buChar char="•"/>
            </a:pPr>
            <a:r>
              <a:rPr b="0" i="0" lang="en-US" sz="1300" u="none" cap="none" strike="noStrike">
                <a:solidFill>
                  <a:schemeClr val="lt1"/>
                </a:solidFill>
                <a:latin typeface="Calibri"/>
                <a:ea typeface="Calibri"/>
                <a:cs typeface="Calibri"/>
                <a:sym typeface="Calibri"/>
              </a:rPr>
              <a:t>Introductions</a:t>
            </a:r>
            <a:endParaRPr b="0" i="0" sz="1300" u="none" cap="none" strike="noStrike">
              <a:solidFill>
                <a:schemeClr val="lt1"/>
              </a:solidFill>
              <a:latin typeface="Calibri"/>
              <a:ea typeface="Calibri"/>
              <a:cs typeface="Calibri"/>
              <a:sym typeface="Calibri"/>
            </a:endParaRPr>
          </a:p>
          <a:p>
            <a:pPr indent="-311150" lvl="0" marL="457200" marR="0" rtl="0" algn="l">
              <a:lnSpc>
                <a:spcPct val="150000"/>
              </a:lnSpc>
              <a:spcBef>
                <a:spcPts val="0"/>
              </a:spcBef>
              <a:spcAft>
                <a:spcPts val="0"/>
              </a:spcAft>
              <a:buClr>
                <a:schemeClr val="lt1"/>
              </a:buClr>
              <a:buSzPts val="1300"/>
              <a:buFont typeface="Arial"/>
              <a:buChar char="•"/>
            </a:pPr>
            <a:r>
              <a:rPr b="0" i="0" lang="en-US" sz="1300" u="none" cap="none" strike="noStrike">
                <a:solidFill>
                  <a:schemeClr val="lt1"/>
                </a:solidFill>
                <a:latin typeface="Calibri"/>
                <a:ea typeface="Calibri"/>
                <a:cs typeface="Calibri"/>
                <a:sym typeface="Calibri"/>
              </a:rPr>
              <a:t>Data retention - your responsibilities and opportunities</a:t>
            </a:r>
            <a:endParaRPr b="0" i="0" sz="1300" u="none" cap="none" strike="noStrike">
              <a:solidFill>
                <a:schemeClr val="lt1"/>
              </a:solidFill>
              <a:latin typeface="Calibri"/>
              <a:ea typeface="Calibri"/>
              <a:cs typeface="Calibri"/>
              <a:sym typeface="Calibri"/>
            </a:endParaRPr>
          </a:p>
          <a:p>
            <a:pPr indent="-311150" lvl="0" marL="457200" marR="0" rtl="0" algn="l">
              <a:lnSpc>
                <a:spcPct val="150000"/>
              </a:lnSpc>
              <a:spcBef>
                <a:spcPts val="0"/>
              </a:spcBef>
              <a:spcAft>
                <a:spcPts val="0"/>
              </a:spcAft>
              <a:buClr>
                <a:schemeClr val="lt1"/>
              </a:buClr>
              <a:buSzPts val="1300"/>
              <a:buFont typeface="Arial"/>
              <a:buChar char="•"/>
            </a:pPr>
            <a:r>
              <a:rPr b="0" i="0" lang="en-US" sz="1300" u="none" cap="none" strike="noStrike">
                <a:solidFill>
                  <a:schemeClr val="lt1"/>
                </a:solidFill>
                <a:latin typeface="Calibri"/>
                <a:ea typeface="Calibri"/>
                <a:cs typeface="Calibri"/>
                <a:sym typeface="Calibri"/>
              </a:rPr>
              <a:t>Schedules and tools available to you</a:t>
            </a:r>
            <a:endParaRPr b="0" i="0" sz="1300" u="none" cap="none" strike="noStrike">
              <a:solidFill>
                <a:schemeClr val="lt1"/>
              </a:solidFill>
              <a:latin typeface="Calibri"/>
              <a:ea typeface="Calibri"/>
              <a:cs typeface="Calibri"/>
              <a:sym typeface="Calibri"/>
            </a:endParaRPr>
          </a:p>
          <a:p>
            <a:pPr indent="-311150" lvl="0" marL="457200" marR="0" rtl="0" algn="l">
              <a:lnSpc>
                <a:spcPct val="150000"/>
              </a:lnSpc>
              <a:spcBef>
                <a:spcPts val="0"/>
              </a:spcBef>
              <a:spcAft>
                <a:spcPts val="0"/>
              </a:spcAft>
              <a:buClr>
                <a:schemeClr val="lt1"/>
              </a:buClr>
              <a:buSzPts val="1300"/>
              <a:buFont typeface="Arial"/>
              <a:buChar char="•"/>
            </a:pPr>
            <a:r>
              <a:rPr b="0" i="0" lang="en-US" sz="1300" u="none" cap="none" strike="noStrike">
                <a:solidFill>
                  <a:schemeClr val="lt1"/>
                </a:solidFill>
                <a:latin typeface="Calibri"/>
                <a:ea typeface="Calibri"/>
                <a:cs typeface="Calibri"/>
                <a:sym typeface="Calibri"/>
              </a:rPr>
              <a:t>Physical and electronic data</a:t>
            </a:r>
            <a:endParaRPr b="0" i="0" sz="1300" u="none" cap="none" strike="noStrike">
              <a:solidFill>
                <a:schemeClr val="lt1"/>
              </a:solidFill>
              <a:latin typeface="Calibri"/>
              <a:ea typeface="Calibri"/>
              <a:cs typeface="Calibri"/>
              <a:sym typeface="Calibri"/>
            </a:endParaRPr>
          </a:p>
          <a:p>
            <a:pPr indent="-311150" lvl="0" marL="457200" marR="0" rtl="0" algn="l">
              <a:lnSpc>
                <a:spcPct val="150000"/>
              </a:lnSpc>
              <a:spcBef>
                <a:spcPts val="0"/>
              </a:spcBef>
              <a:spcAft>
                <a:spcPts val="0"/>
              </a:spcAft>
              <a:buClr>
                <a:schemeClr val="lt1"/>
              </a:buClr>
              <a:buSzPts val="1300"/>
              <a:buFont typeface="Arial"/>
              <a:buChar char="•"/>
            </a:pPr>
            <a:r>
              <a:rPr b="0" i="0" lang="en-US" sz="1300" u="none" cap="none" strike="noStrike">
                <a:solidFill>
                  <a:schemeClr val="lt1"/>
                </a:solidFill>
                <a:latin typeface="Calibri"/>
                <a:ea typeface="Calibri"/>
                <a:cs typeface="Calibri"/>
                <a:sym typeface="Calibri"/>
              </a:rPr>
              <a:t>Data and data systems in your organisation (third party systems)</a:t>
            </a:r>
            <a:endParaRPr b="0" i="0" sz="1300" u="none" cap="none" strike="noStrike">
              <a:solidFill>
                <a:schemeClr val="lt1"/>
              </a:solidFill>
              <a:latin typeface="Calibri"/>
              <a:ea typeface="Calibri"/>
              <a:cs typeface="Calibri"/>
              <a:sym typeface="Calibri"/>
            </a:endParaRPr>
          </a:p>
          <a:p>
            <a:pPr indent="0" lvl="0" marL="457200" marR="0" rtl="0" algn="l">
              <a:lnSpc>
                <a:spcPct val="15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a:p>
            <a:pPr indent="-285750" lvl="0" marL="285750" marR="0" rtl="0" algn="l">
              <a:lnSpc>
                <a:spcPct val="100000"/>
              </a:lnSpc>
              <a:spcBef>
                <a:spcPts val="1000"/>
              </a:spcBef>
              <a:spcAft>
                <a:spcPts val="0"/>
              </a:spcAft>
              <a:buClr>
                <a:schemeClr val="lt1"/>
              </a:buClr>
              <a:buSzPts val="1800"/>
              <a:buFont typeface="Calibri"/>
              <a:buChar char="•"/>
            </a:pPr>
            <a:r>
              <a:t/>
            </a:r>
            <a:endParaRPr b="0" i="0" sz="1800" u="none" cap="none" strike="noStrike">
              <a:solidFill>
                <a:schemeClr val="lt1"/>
              </a:solidFill>
              <a:latin typeface="Calibri"/>
              <a:ea typeface="Calibri"/>
              <a:cs typeface="Calibri"/>
              <a:sym typeface="Calibri"/>
            </a:endParaRPr>
          </a:p>
        </p:txBody>
      </p:sp>
      <p:sp>
        <p:nvSpPr>
          <p:cNvPr id="209" name="Google Shape;209;p2"/>
          <p:cNvSpPr/>
          <p:nvPr/>
        </p:nvSpPr>
        <p:spPr>
          <a:xfrm rot="-599865">
            <a:off x="-184461" y="729623"/>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10" name="Google Shape;210;p2"/>
          <p:cNvSpPr/>
          <p:nvPr/>
        </p:nvSpPr>
        <p:spPr>
          <a:xfrm rot="-600812">
            <a:off x="-201876" y="1066457"/>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211" name="Google Shape;211;p2"/>
          <p:cNvPicPr preferRelativeResize="0"/>
          <p:nvPr/>
        </p:nvPicPr>
        <p:blipFill rotWithShape="1">
          <a:blip r:embed="rId5">
            <a:alphaModFix/>
          </a:blip>
          <a:srcRect b="0" l="0" r="0" t="0"/>
          <a:stretch/>
        </p:blipFill>
        <p:spPr>
          <a:xfrm>
            <a:off x="5716475" y="3136589"/>
            <a:ext cx="3135550" cy="632500"/>
          </a:xfrm>
          <a:prstGeom prst="rect">
            <a:avLst/>
          </a:prstGeom>
          <a:noFill/>
          <a:ln>
            <a:noFill/>
          </a:ln>
        </p:spPr>
      </p:pic>
      <p:pic>
        <p:nvPicPr>
          <p:cNvPr id="212" name="Google Shape;212;p2"/>
          <p:cNvPicPr preferRelativeResize="0"/>
          <p:nvPr/>
        </p:nvPicPr>
        <p:blipFill rotWithShape="1">
          <a:blip r:embed="rId6">
            <a:alphaModFix/>
          </a:blip>
          <a:srcRect b="0" l="0" r="0" t="0"/>
          <a:stretch/>
        </p:blipFill>
        <p:spPr>
          <a:xfrm>
            <a:off x="0" y="1"/>
            <a:ext cx="2083606" cy="56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217" name="Shape 217"/>
        <p:cNvGrpSpPr/>
        <p:nvPr/>
      </p:nvGrpSpPr>
      <p:grpSpPr>
        <a:xfrm>
          <a:off x="0" y="0"/>
          <a:ext cx="0" cy="0"/>
          <a:chOff x="0" y="0"/>
          <a:chExt cx="0" cy="0"/>
        </a:xfrm>
      </p:grpSpPr>
      <p:pic>
        <p:nvPicPr>
          <p:cNvPr id="218" name="Google Shape;218;p5"/>
          <p:cNvPicPr preferRelativeResize="0"/>
          <p:nvPr>
            <p:ph idx="2" type="pic"/>
          </p:nvPr>
        </p:nvPicPr>
        <p:blipFill rotWithShape="1">
          <a:blip r:embed="rId3">
            <a:alphaModFix/>
          </a:blip>
          <a:srcRect b="0" l="7368" r="7367" t="0"/>
          <a:stretch/>
        </p:blipFill>
        <p:spPr>
          <a:xfrm>
            <a:off x="4235922" y="530942"/>
            <a:ext cx="5253431" cy="4103738"/>
          </a:xfrm>
          <a:prstGeom prst="rect">
            <a:avLst/>
          </a:prstGeom>
          <a:solidFill>
            <a:srgbClr val="F2F2F2"/>
          </a:solidFill>
          <a:ln>
            <a:noFill/>
          </a:ln>
        </p:spPr>
      </p:pic>
      <p:pic>
        <p:nvPicPr>
          <p:cNvPr id="219" name="Google Shape;219;p5"/>
          <p:cNvPicPr preferRelativeResize="0"/>
          <p:nvPr/>
        </p:nvPicPr>
        <p:blipFill rotWithShape="1">
          <a:blip r:embed="rId4">
            <a:alphaModFix/>
          </a:blip>
          <a:srcRect b="0" l="0" r="0" t="0"/>
          <a:stretch/>
        </p:blipFill>
        <p:spPr>
          <a:xfrm>
            <a:off x="639927" y="3212005"/>
            <a:ext cx="1274764" cy="1274764"/>
          </a:xfrm>
          <a:prstGeom prst="rect">
            <a:avLst/>
          </a:prstGeom>
          <a:noFill/>
          <a:ln>
            <a:noFill/>
          </a:ln>
        </p:spPr>
      </p:pic>
      <p:sp>
        <p:nvSpPr>
          <p:cNvPr id="220" name="Google Shape;220;p5"/>
          <p:cNvSpPr/>
          <p:nvPr/>
        </p:nvSpPr>
        <p:spPr>
          <a:xfrm>
            <a:off x="1141334" y="656730"/>
            <a:ext cx="6201300" cy="3680100"/>
          </a:xfrm>
          <a:prstGeom prst="roundRect">
            <a:avLst>
              <a:gd fmla="val 7106" name="adj"/>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21" name="Google Shape;221;p5"/>
          <p:cNvSpPr txBox="1"/>
          <p:nvPr/>
        </p:nvSpPr>
        <p:spPr>
          <a:xfrm>
            <a:off x="1610726" y="806540"/>
            <a:ext cx="4237200" cy="47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5"/>
              <a:buFont typeface="Arial"/>
              <a:buNone/>
            </a:pPr>
            <a:r>
              <a:rPr b="1" i="0" lang="en-US" sz="2475" u="none" cap="none" strike="noStrike">
                <a:solidFill>
                  <a:srgbClr val="FFFFFF"/>
                </a:solidFill>
                <a:latin typeface="Calibri"/>
                <a:ea typeface="Calibri"/>
                <a:cs typeface="Calibri"/>
                <a:sym typeface="Calibri"/>
              </a:rPr>
              <a:t>Data Protection Principles</a:t>
            </a:r>
            <a:endParaRPr b="0" i="0" sz="1400" u="none" cap="none" strike="noStrike">
              <a:solidFill>
                <a:srgbClr val="000000"/>
              </a:solidFill>
              <a:latin typeface="Calibri"/>
              <a:ea typeface="Calibri"/>
              <a:cs typeface="Calibri"/>
              <a:sym typeface="Calibri"/>
            </a:endParaRPr>
          </a:p>
        </p:txBody>
      </p:sp>
      <p:sp>
        <p:nvSpPr>
          <p:cNvPr id="222" name="Google Shape;222;p5"/>
          <p:cNvSpPr/>
          <p:nvPr/>
        </p:nvSpPr>
        <p:spPr>
          <a:xfrm>
            <a:off x="7124269" y="2134887"/>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223" name="Google Shape;223;p5"/>
          <p:cNvSpPr txBox="1"/>
          <p:nvPr/>
        </p:nvSpPr>
        <p:spPr>
          <a:xfrm>
            <a:off x="1701942" y="1371768"/>
            <a:ext cx="4237200" cy="2742900"/>
          </a:xfrm>
          <a:prstGeom prst="rect">
            <a:avLst/>
          </a:prstGeom>
          <a:noFill/>
          <a:ln>
            <a:noFill/>
          </a:ln>
        </p:spPr>
        <p:txBody>
          <a:bodyPr anchorCtr="0" anchor="ctr" bIns="17125" lIns="17125" spcFirstLastPara="1" rIns="17125" wrap="square" tIns="17125">
            <a:spAutoFit/>
          </a:bodyPr>
          <a:lstStyle/>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Lawfulness, fairness and transparency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Purpose limitation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Data minimisation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Accuracy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Storage limitation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Integrity and confidentiality (security)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100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Accountability</a:t>
            </a:r>
            <a:endParaRPr b="0" i="0" sz="1400" u="none" cap="none" strike="noStrike">
              <a:solidFill>
                <a:srgbClr val="000000"/>
              </a:solidFill>
              <a:latin typeface="Arial"/>
              <a:ea typeface="Arial"/>
              <a:cs typeface="Arial"/>
              <a:sym typeface="Arial"/>
            </a:endParaRPr>
          </a:p>
        </p:txBody>
      </p:sp>
      <p:sp>
        <p:nvSpPr>
          <p:cNvPr id="224" name="Google Shape;224;p5"/>
          <p:cNvSpPr/>
          <p:nvPr/>
        </p:nvSpPr>
        <p:spPr>
          <a:xfrm rot="-599865">
            <a:off x="-184461" y="729623"/>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25" name="Google Shape;225;p5"/>
          <p:cNvSpPr/>
          <p:nvPr/>
        </p:nvSpPr>
        <p:spPr>
          <a:xfrm rot="-600812">
            <a:off x="-201876" y="1066457"/>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226" name="Google Shape;226;p5"/>
          <p:cNvPicPr preferRelativeResize="0"/>
          <p:nvPr/>
        </p:nvPicPr>
        <p:blipFill rotWithShape="1">
          <a:blip r:embed="rId5">
            <a:alphaModFix/>
          </a:blip>
          <a:srcRect b="0" l="0" r="0" t="0"/>
          <a:stretch/>
        </p:blipFill>
        <p:spPr>
          <a:xfrm>
            <a:off x="0" y="1"/>
            <a:ext cx="2083606" cy="56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230" name="Shape 230"/>
        <p:cNvGrpSpPr/>
        <p:nvPr/>
      </p:nvGrpSpPr>
      <p:grpSpPr>
        <a:xfrm>
          <a:off x="0" y="0"/>
          <a:ext cx="0" cy="0"/>
          <a:chOff x="0" y="0"/>
          <a:chExt cx="0" cy="0"/>
        </a:xfrm>
      </p:grpSpPr>
      <p:sp>
        <p:nvSpPr>
          <p:cNvPr id="231" name="Google Shape;231;p3"/>
          <p:cNvSpPr txBox="1"/>
          <p:nvPr/>
        </p:nvSpPr>
        <p:spPr>
          <a:xfrm>
            <a:off x="3316318" y="894472"/>
            <a:ext cx="5388300" cy="47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5"/>
              <a:buFont typeface="Arial"/>
              <a:buNone/>
            </a:pPr>
            <a:r>
              <a:rPr b="1" i="0" lang="en-US" sz="2475" u="none" cap="none" strike="noStrike">
                <a:solidFill>
                  <a:srgbClr val="002060"/>
                </a:solidFill>
                <a:latin typeface="Calibri"/>
                <a:ea typeface="Calibri"/>
                <a:cs typeface="Calibri"/>
                <a:sym typeface="Calibri"/>
              </a:rPr>
              <a:t>Organisational responsibilities </a:t>
            </a:r>
            <a:endParaRPr b="0" i="0" sz="1400" u="none" cap="none" strike="noStrike">
              <a:solidFill>
                <a:srgbClr val="000000"/>
              </a:solidFill>
              <a:latin typeface="Calibri"/>
              <a:ea typeface="Calibri"/>
              <a:cs typeface="Calibri"/>
              <a:sym typeface="Calibri"/>
            </a:endParaRPr>
          </a:p>
        </p:txBody>
      </p:sp>
      <p:sp>
        <p:nvSpPr>
          <p:cNvPr id="232" name="Google Shape;232;p3"/>
          <p:cNvSpPr/>
          <p:nvPr/>
        </p:nvSpPr>
        <p:spPr>
          <a:xfrm>
            <a:off x="7921888" y="1497521"/>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233" name="Google Shape;233;p3"/>
          <p:cNvSpPr/>
          <p:nvPr/>
        </p:nvSpPr>
        <p:spPr>
          <a:xfrm rot="-599865">
            <a:off x="8468278" y="2708493"/>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34" name="Google Shape;234;p3"/>
          <p:cNvSpPr/>
          <p:nvPr/>
        </p:nvSpPr>
        <p:spPr>
          <a:xfrm rot="-600812">
            <a:off x="8819569" y="2956848"/>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35" name="Google Shape;235;p3"/>
          <p:cNvSpPr/>
          <p:nvPr/>
        </p:nvSpPr>
        <p:spPr>
          <a:xfrm rot="-599865">
            <a:off x="-184461" y="4251632"/>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36" name="Google Shape;236;p3"/>
          <p:cNvSpPr/>
          <p:nvPr/>
        </p:nvSpPr>
        <p:spPr>
          <a:xfrm rot="-600812">
            <a:off x="-332302" y="4634928"/>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37" name="Google Shape;237;p3"/>
          <p:cNvSpPr txBox="1"/>
          <p:nvPr/>
        </p:nvSpPr>
        <p:spPr>
          <a:xfrm>
            <a:off x="6424900" y="3020000"/>
            <a:ext cx="2279700" cy="2040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2060"/>
              </a:solidFill>
              <a:latin typeface="Calibri"/>
              <a:ea typeface="Calibri"/>
              <a:cs typeface="Calibri"/>
              <a:sym typeface="Calibri"/>
            </a:endParaRPr>
          </a:p>
        </p:txBody>
      </p:sp>
      <p:pic>
        <p:nvPicPr>
          <p:cNvPr descr="Logo&#10;&#10;Description automatically generated" id="238" name="Google Shape;238;p3"/>
          <p:cNvPicPr preferRelativeResize="0"/>
          <p:nvPr>
            <p:ph idx="2" type="pic"/>
          </p:nvPr>
        </p:nvPicPr>
        <p:blipFill rotWithShape="1">
          <a:blip r:embed="rId3">
            <a:alphaModFix/>
          </a:blip>
          <a:srcRect b="3926" l="0" r="0" t="3926"/>
          <a:stretch/>
        </p:blipFill>
        <p:spPr>
          <a:xfrm>
            <a:off x="785249" y="856113"/>
            <a:ext cx="2366808" cy="2198815"/>
          </a:xfrm>
          <a:prstGeom prst="rect">
            <a:avLst/>
          </a:prstGeom>
          <a:solidFill>
            <a:srgbClr val="F2F2F2"/>
          </a:solidFill>
          <a:ln>
            <a:noFill/>
          </a:ln>
        </p:spPr>
      </p:pic>
      <p:pic>
        <p:nvPicPr>
          <p:cNvPr id="239" name="Google Shape;239;p3"/>
          <p:cNvPicPr preferRelativeResize="0"/>
          <p:nvPr/>
        </p:nvPicPr>
        <p:blipFill rotWithShape="1">
          <a:blip r:embed="rId4">
            <a:alphaModFix/>
          </a:blip>
          <a:srcRect b="0" l="0" r="0" t="0"/>
          <a:stretch/>
        </p:blipFill>
        <p:spPr>
          <a:xfrm>
            <a:off x="7141527" y="3360030"/>
            <a:ext cx="1274764" cy="1274764"/>
          </a:xfrm>
          <a:prstGeom prst="rect">
            <a:avLst/>
          </a:prstGeom>
          <a:noFill/>
          <a:ln>
            <a:noFill/>
          </a:ln>
        </p:spPr>
      </p:pic>
      <p:sp>
        <p:nvSpPr>
          <p:cNvPr id="240" name="Google Shape;240;p3"/>
          <p:cNvSpPr/>
          <p:nvPr/>
        </p:nvSpPr>
        <p:spPr>
          <a:xfrm>
            <a:off x="785249" y="3197184"/>
            <a:ext cx="2913300" cy="1089900"/>
          </a:xfrm>
          <a:prstGeom prst="roundRect">
            <a:avLst>
              <a:gd fmla="val 17819"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41" name="Google Shape;241;p3"/>
          <p:cNvSpPr txBox="1"/>
          <p:nvPr/>
        </p:nvSpPr>
        <p:spPr>
          <a:xfrm>
            <a:off x="1167675" y="3247723"/>
            <a:ext cx="2148600" cy="1032000"/>
          </a:xfrm>
          <a:prstGeom prst="rect">
            <a:avLst/>
          </a:prstGeom>
          <a:noFill/>
          <a:ln>
            <a:noFill/>
          </a:ln>
        </p:spPr>
        <p:txBody>
          <a:bodyPr anchorCtr="0" anchor="ctr" bIns="17125" lIns="17125" spcFirstLastPara="1" rIns="17125" wrap="square" tIns="17125">
            <a:spAutoFit/>
          </a:bodyPr>
          <a:lstStyle/>
          <a:p>
            <a:pPr indent="0" lvl="0" marL="0" marR="0" rtl="0" algn="l">
              <a:lnSpc>
                <a:spcPct val="90000"/>
              </a:lnSpc>
              <a:spcBef>
                <a:spcPts val="1000"/>
              </a:spcBef>
              <a:spcAft>
                <a:spcPts val="0"/>
              </a:spcAft>
              <a:buClr>
                <a:schemeClr val="dk1"/>
              </a:buClr>
              <a:buSzPts val="1100"/>
              <a:buFont typeface="Arial"/>
              <a:buNone/>
            </a:pPr>
            <a:r>
              <a:rPr b="0" i="0" lang="en-US" sz="1200" u="none" cap="none" strike="noStrike">
                <a:solidFill>
                  <a:srgbClr val="444444"/>
                </a:solidFill>
                <a:highlight>
                  <a:schemeClr val="lt1"/>
                </a:highlight>
                <a:latin typeface="Calibri"/>
                <a:ea typeface="Calibri"/>
                <a:cs typeface="Calibri"/>
                <a:sym typeface="Calibri"/>
              </a:rPr>
              <a:t>To limit the damage and harm from a data breach, regulators mandated that organisations must retain personal data only if there’s a legitimate reason for keeping it. </a:t>
            </a:r>
            <a:endParaRPr b="0" i="0" sz="1200" u="none" cap="none" strike="noStrike">
              <a:solidFill>
                <a:srgbClr val="444444"/>
              </a:solidFill>
              <a:highlight>
                <a:schemeClr val="lt1"/>
              </a:highlight>
              <a:latin typeface="Calibri"/>
              <a:ea typeface="Calibri"/>
              <a:cs typeface="Calibri"/>
              <a:sym typeface="Calibri"/>
            </a:endParaRPr>
          </a:p>
        </p:txBody>
      </p:sp>
      <p:pic>
        <p:nvPicPr>
          <p:cNvPr id="242" name="Google Shape;242;p3"/>
          <p:cNvPicPr preferRelativeResize="0"/>
          <p:nvPr/>
        </p:nvPicPr>
        <p:blipFill rotWithShape="1">
          <a:blip r:embed="rId5">
            <a:alphaModFix/>
          </a:blip>
          <a:srcRect b="0" l="0" r="0" t="0"/>
          <a:stretch/>
        </p:blipFill>
        <p:spPr>
          <a:xfrm>
            <a:off x="0" y="1"/>
            <a:ext cx="2083606" cy="561600"/>
          </a:xfrm>
          <a:prstGeom prst="rect">
            <a:avLst/>
          </a:prstGeom>
          <a:noFill/>
          <a:ln>
            <a:noFill/>
          </a:ln>
        </p:spPr>
      </p:pic>
      <p:sp>
        <p:nvSpPr>
          <p:cNvPr id="243" name="Google Shape;243;p3"/>
          <p:cNvSpPr/>
          <p:nvPr/>
        </p:nvSpPr>
        <p:spPr>
          <a:xfrm>
            <a:off x="3363750" y="1410575"/>
            <a:ext cx="2116800" cy="843000"/>
          </a:xfrm>
          <a:prstGeom prst="roundRect">
            <a:avLst>
              <a:gd fmla="val 17819"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1500"/>
              </a:spcAft>
              <a:buClr>
                <a:schemeClr val="dk1"/>
              </a:buClr>
              <a:buSzPts val="1100"/>
              <a:buFont typeface="Arial"/>
              <a:buNone/>
            </a:pPr>
            <a:r>
              <a:rPr b="0" i="0" lang="en-US" sz="1200" u="none" cap="none" strike="noStrike">
                <a:solidFill>
                  <a:srgbClr val="444444"/>
                </a:solidFill>
                <a:highlight>
                  <a:schemeClr val="lt1"/>
                </a:highlight>
                <a:latin typeface="Calibri"/>
                <a:ea typeface="Calibri"/>
                <a:cs typeface="Calibri"/>
                <a:sym typeface="Calibri"/>
              </a:rPr>
              <a:t>Organisations can set deadlines, document and justify timeframes they have set for retaining data.</a:t>
            </a:r>
            <a:endParaRPr b="0" i="0" sz="153" u="none" cap="none" strike="noStrike">
              <a:solidFill>
                <a:schemeClr val="lt1"/>
              </a:solidFill>
              <a:latin typeface="Calibri"/>
              <a:ea typeface="Calibri"/>
              <a:cs typeface="Calibri"/>
              <a:sym typeface="Calibri"/>
            </a:endParaRPr>
          </a:p>
        </p:txBody>
      </p:sp>
      <p:sp>
        <p:nvSpPr>
          <p:cNvPr id="244" name="Google Shape;244;p3"/>
          <p:cNvSpPr/>
          <p:nvPr/>
        </p:nvSpPr>
        <p:spPr>
          <a:xfrm>
            <a:off x="5503011" y="2157834"/>
            <a:ext cx="2913300" cy="1089900"/>
          </a:xfrm>
          <a:prstGeom prst="roundRect">
            <a:avLst>
              <a:gd fmla="val 17819"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1500"/>
              </a:spcAft>
              <a:buClr>
                <a:schemeClr val="dk1"/>
              </a:buClr>
              <a:buSzPts val="1100"/>
              <a:buFont typeface="Arial"/>
              <a:buNone/>
            </a:pPr>
            <a:r>
              <a:rPr b="0" i="0" lang="en-US" sz="1100" u="none" cap="none" strike="noStrike">
                <a:solidFill>
                  <a:srgbClr val="444444"/>
                </a:solidFill>
                <a:highlight>
                  <a:schemeClr val="lt1"/>
                </a:highlight>
                <a:latin typeface="Calibri"/>
                <a:ea typeface="Calibri"/>
                <a:cs typeface="Calibri"/>
                <a:sym typeface="Calibri"/>
              </a:rPr>
              <a:t>There are </a:t>
            </a:r>
            <a:r>
              <a:rPr b="1" i="0" lang="en-US" sz="1100" u="none" cap="none" strike="noStrike">
                <a:solidFill>
                  <a:srgbClr val="444444"/>
                </a:solidFill>
                <a:highlight>
                  <a:schemeClr val="lt1"/>
                </a:highlight>
                <a:latin typeface="Calibri"/>
                <a:ea typeface="Calibri"/>
                <a:cs typeface="Calibri"/>
                <a:sym typeface="Calibri"/>
              </a:rPr>
              <a:t>two key factors:</a:t>
            </a:r>
            <a:r>
              <a:rPr b="0" i="0" lang="en-US" sz="1100" u="none" cap="none" strike="noStrike">
                <a:solidFill>
                  <a:srgbClr val="444444"/>
                </a:solidFill>
                <a:highlight>
                  <a:schemeClr val="lt1"/>
                </a:highlight>
                <a:latin typeface="Calibri"/>
                <a:ea typeface="Calibri"/>
                <a:cs typeface="Calibri"/>
                <a:sym typeface="Calibri"/>
              </a:rPr>
              <a:t> the</a:t>
            </a:r>
            <a:r>
              <a:rPr b="1" i="0" lang="en-US" sz="1100" u="none" cap="none" strike="noStrike">
                <a:solidFill>
                  <a:srgbClr val="444444"/>
                </a:solidFill>
                <a:highlight>
                  <a:schemeClr val="lt1"/>
                </a:highlight>
                <a:latin typeface="Calibri"/>
                <a:ea typeface="Calibri"/>
                <a:cs typeface="Calibri"/>
                <a:sym typeface="Calibri"/>
              </a:rPr>
              <a:t> purpose </a:t>
            </a:r>
            <a:r>
              <a:rPr b="0" i="0" lang="en-US" sz="1100" u="none" cap="none" strike="noStrike">
                <a:solidFill>
                  <a:srgbClr val="444444"/>
                </a:solidFill>
                <a:highlight>
                  <a:schemeClr val="lt1"/>
                </a:highlight>
                <a:latin typeface="Calibri"/>
                <a:ea typeface="Calibri"/>
                <a:cs typeface="Calibri"/>
                <a:sym typeface="Calibri"/>
              </a:rPr>
              <a:t>for processing the data, and any </a:t>
            </a:r>
            <a:r>
              <a:rPr b="1" i="0" lang="en-US" sz="1100" u="none" cap="none" strike="noStrike">
                <a:solidFill>
                  <a:srgbClr val="444444"/>
                </a:solidFill>
                <a:highlight>
                  <a:schemeClr val="lt1"/>
                </a:highlight>
                <a:latin typeface="Calibri"/>
                <a:ea typeface="Calibri"/>
                <a:cs typeface="Calibri"/>
                <a:sym typeface="Calibri"/>
              </a:rPr>
              <a:t>legal or regulatory  requirements </a:t>
            </a:r>
            <a:r>
              <a:rPr b="0" i="0" lang="en-US" sz="1100" u="none" cap="none" strike="noStrike">
                <a:solidFill>
                  <a:srgbClr val="444444"/>
                </a:solidFill>
                <a:highlight>
                  <a:schemeClr val="lt1"/>
                </a:highlight>
                <a:latin typeface="Calibri"/>
                <a:ea typeface="Calibri"/>
                <a:cs typeface="Calibri"/>
                <a:sym typeface="Calibri"/>
              </a:rPr>
              <a:t>for </a:t>
            </a:r>
            <a:r>
              <a:rPr b="1" i="0" lang="en-US" sz="1100" u="none" cap="none" strike="noStrike">
                <a:solidFill>
                  <a:srgbClr val="444444"/>
                </a:solidFill>
                <a:highlight>
                  <a:schemeClr val="lt1"/>
                </a:highlight>
                <a:latin typeface="Calibri"/>
                <a:ea typeface="Calibri"/>
                <a:cs typeface="Calibri"/>
                <a:sym typeface="Calibri"/>
              </a:rPr>
              <a:t>retaining it. </a:t>
            </a:r>
            <a:endParaRPr b="0" i="0" sz="1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249" name="Shape 249"/>
        <p:cNvGrpSpPr/>
        <p:nvPr/>
      </p:nvGrpSpPr>
      <p:grpSpPr>
        <a:xfrm>
          <a:off x="0" y="0"/>
          <a:ext cx="0" cy="0"/>
          <a:chOff x="0" y="0"/>
          <a:chExt cx="0" cy="0"/>
        </a:xfrm>
      </p:grpSpPr>
      <p:sp>
        <p:nvSpPr>
          <p:cNvPr id="250" name="Google Shape;250;p4"/>
          <p:cNvSpPr/>
          <p:nvPr/>
        </p:nvSpPr>
        <p:spPr>
          <a:xfrm rot="-599974">
            <a:off x="-811475" y="171443"/>
            <a:ext cx="10767062" cy="3013073"/>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251" name="Google Shape;251;p4"/>
          <p:cNvPicPr preferRelativeResize="0"/>
          <p:nvPr/>
        </p:nvPicPr>
        <p:blipFill rotWithShape="1">
          <a:blip r:embed="rId3">
            <a:alphaModFix/>
          </a:blip>
          <a:srcRect b="0" l="0" r="0" t="0"/>
          <a:stretch/>
        </p:blipFill>
        <p:spPr>
          <a:xfrm>
            <a:off x="7488059" y="546662"/>
            <a:ext cx="1274764" cy="1274764"/>
          </a:xfrm>
          <a:prstGeom prst="rect">
            <a:avLst/>
          </a:prstGeom>
          <a:noFill/>
          <a:ln>
            <a:noFill/>
          </a:ln>
        </p:spPr>
      </p:pic>
      <p:grpSp>
        <p:nvGrpSpPr>
          <p:cNvPr id="252" name="Google Shape;252;p4"/>
          <p:cNvGrpSpPr/>
          <p:nvPr/>
        </p:nvGrpSpPr>
        <p:grpSpPr>
          <a:xfrm>
            <a:off x="3639773" y="873614"/>
            <a:ext cx="1402152" cy="3572785"/>
            <a:chOff x="10510153" y="2021267"/>
            <a:chExt cx="2264457" cy="5770001"/>
          </a:xfrm>
        </p:grpSpPr>
        <p:sp>
          <p:nvSpPr>
            <p:cNvPr id="253" name="Google Shape;253;p4"/>
            <p:cNvSpPr/>
            <p:nvPr/>
          </p:nvSpPr>
          <p:spPr>
            <a:xfrm>
              <a:off x="10510153" y="2021524"/>
              <a:ext cx="2264200" cy="5769744"/>
            </a:xfrm>
            <a:custGeom>
              <a:rect b="b" l="l" r="r" t="t"/>
              <a:pathLst>
                <a:path extrusionOk="0" h="5769744" w="2264200">
                  <a:moveTo>
                    <a:pt x="1805918" y="5769744"/>
                  </a:moveTo>
                  <a:lnTo>
                    <a:pt x="458283" y="5769744"/>
                  </a:lnTo>
                  <a:cubicBezTo>
                    <a:pt x="205136" y="5769744"/>
                    <a:pt x="0" y="5564608"/>
                    <a:pt x="0" y="5311461"/>
                  </a:cubicBezTo>
                  <a:lnTo>
                    <a:pt x="0" y="458283"/>
                  </a:lnTo>
                  <a:cubicBezTo>
                    <a:pt x="0" y="205136"/>
                    <a:pt x="205136" y="0"/>
                    <a:pt x="458283" y="0"/>
                  </a:cubicBezTo>
                  <a:lnTo>
                    <a:pt x="1805918" y="0"/>
                  </a:lnTo>
                  <a:cubicBezTo>
                    <a:pt x="2059064" y="0"/>
                    <a:pt x="2264201" y="205136"/>
                    <a:pt x="2264201" y="458283"/>
                  </a:cubicBezTo>
                  <a:lnTo>
                    <a:pt x="2264201" y="5311461"/>
                  </a:lnTo>
                  <a:cubicBezTo>
                    <a:pt x="2264457" y="5564608"/>
                    <a:pt x="2059064" y="5769744"/>
                    <a:pt x="1805918" y="57697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nvGrpSpPr>
            <p:cNvPr id="254" name="Google Shape;254;p4"/>
            <p:cNvGrpSpPr/>
            <p:nvPr/>
          </p:nvGrpSpPr>
          <p:grpSpPr>
            <a:xfrm>
              <a:off x="10510153" y="2021267"/>
              <a:ext cx="2264457" cy="2598027"/>
              <a:chOff x="10510153" y="2021267"/>
              <a:chExt cx="2264457" cy="2598027"/>
            </a:xfrm>
          </p:grpSpPr>
          <p:sp>
            <p:nvSpPr>
              <p:cNvPr id="255" name="Google Shape;255;p4"/>
              <p:cNvSpPr/>
              <p:nvPr/>
            </p:nvSpPr>
            <p:spPr>
              <a:xfrm>
                <a:off x="10510153" y="2021267"/>
                <a:ext cx="2264457" cy="2598027"/>
              </a:xfrm>
              <a:custGeom>
                <a:rect b="b" l="l" r="r" t="t"/>
                <a:pathLst>
                  <a:path extrusionOk="0" h="2598027" w="2264457">
                    <a:moveTo>
                      <a:pt x="1805918" y="0"/>
                    </a:moveTo>
                    <a:lnTo>
                      <a:pt x="458283" y="0"/>
                    </a:lnTo>
                    <a:cubicBezTo>
                      <a:pt x="205136" y="0"/>
                      <a:pt x="0" y="205136"/>
                      <a:pt x="0" y="458283"/>
                    </a:cubicBezTo>
                    <a:lnTo>
                      <a:pt x="0" y="1991028"/>
                    </a:lnTo>
                    <a:cubicBezTo>
                      <a:pt x="0" y="2142505"/>
                      <a:pt x="97305" y="2276781"/>
                      <a:pt x="241337" y="2324021"/>
                    </a:cubicBezTo>
                    <a:lnTo>
                      <a:pt x="1022857" y="2580506"/>
                    </a:lnTo>
                    <a:cubicBezTo>
                      <a:pt x="1093974" y="2603869"/>
                      <a:pt x="1170483" y="2603869"/>
                      <a:pt x="1241600" y="2580506"/>
                    </a:cubicBezTo>
                    <a:lnTo>
                      <a:pt x="2023121" y="2324021"/>
                    </a:lnTo>
                    <a:cubicBezTo>
                      <a:pt x="2167152" y="2276781"/>
                      <a:pt x="2264457" y="2142505"/>
                      <a:pt x="2264457" y="1991028"/>
                    </a:cubicBezTo>
                    <a:lnTo>
                      <a:pt x="2264457" y="458283"/>
                    </a:lnTo>
                    <a:cubicBezTo>
                      <a:pt x="2264457" y="205136"/>
                      <a:pt x="2059064" y="0"/>
                      <a:pt x="1805918" y="0"/>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56" name="Google Shape;256;p4"/>
              <p:cNvSpPr/>
              <p:nvPr/>
            </p:nvSpPr>
            <p:spPr>
              <a:xfrm>
                <a:off x="10613363" y="2139881"/>
                <a:ext cx="2058037" cy="2361312"/>
              </a:xfrm>
              <a:custGeom>
                <a:rect b="b" l="l" r="r" t="t"/>
                <a:pathLst>
                  <a:path extrusionOk="0" h="2361312" w="2058037">
                    <a:moveTo>
                      <a:pt x="1641346" y="0"/>
                    </a:moveTo>
                    <a:lnTo>
                      <a:pt x="416691" y="0"/>
                    </a:lnTo>
                    <a:cubicBezTo>
                      <a:pt x="186651" y="0"/>
                      <a:pt x="0" y="186394"/>
                      <a:pt x="0" y="416691"/>
                    </a:cubicBezTo>
                    <a:lnTo>
                      <a:pt x="0" y="1809512"/>
                    </a:lnTo>
                    <a:cubicBezTo>
                      <a:pt x="0" y="1947125"/>
                      <a:pt x="88319" y="2069334"/>
                      <a:pt x="219257" y="2112210"/>
                    </a:cubicBezTo>
                    <a:lnTo>
                      <a:pt x="929660" y="2345331"/>
                    </a:lnTo>
                    <a:cubicBezTo>
                      <a:pt x="994102" y="2366640"/>
                      <a:pt x="1063936" y="2366640"/>
                      <a:pt x="1128377" y="2345331"/>
                    </a:cubicBezTo>
                    <a:lnTo>
                      <a:pt x="1838780" y="2112210"/>
                    </a:lnTo>
                    <a:cubicBezTo>
                      <a:pt x="1969462" y="2069334"/>
                      <a:pt x="2058037" y="1947125"/>
                      <a:pt x="2058037" y="1809512"/>
                    </a:cubicBezTo>
                    <a:lnTo>
                      <a:pt x="2058037" y="416434"/>
                    </a:lnTo>
                    <a:cubicBezTo>
                      <a:pt x="2057781" y="186394"/>
                      <a:pt x="1871387" y="0"/>
                      <a:pt x="164134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grpSp>
      <p:grpSp>
        <p:nvGrpSpPr>
          <p:cNvPr id="257" name="Google Shape;257;p4"/>
          <p:cNvGrpSpPr/>
          <p:nvPr/>
        </p:nvGrpSpPr>
        <p:grpSpPr>
          <a:xfrm>
            <a:off x="5285653" y="848464"/>
            <a:ext cx="1402152" cy="3572784"/>
            <a:chOff x="13025960" y="2021267"/>
            <a:chExt cx="2264457" cy="5770000"/>
          </a:xfrm>
        </p:grpSpPr>
        <p:sp>
          <p:nvSpPr>
            <p:cNvPr id="258" name="Google Shape;258;p4"/>
            <p:cNvSpPr/>
            <p:nvPr/>
          </p:nvSpPr>
          <p:spPr>
            <a:xfrm>
              <a:off x="13026217" y="2021267"/>
              <a:ext cx="2264200" cy="5769743"/>
            </a:xfrm>
            <a:custGeom>
              <a:rect b="b" l="l" r="r" t="t"/>
              <a:pathLst>
                <a:path extrusionOk="0" h="5769743" w="2264200">
                  <a:moveTo>
                    <a:pt x="458283" y="0"/>
                  </a:moveTo>
                  <a:lnTo>
                    <a:pt x="1805918" y="0"/>
                  </a:lnTo>
                  <a:cubicBezTo>
                    <a:pt x="2059064" y="0"/>
                    <a:pt x="2264201" y="205136"/>
                    <a:pt x="2264201" y="458283"/>
                  </a:cubicBezTo>
                  <a:lnTo>
                    <a:pt x="2264201" y="5311461"/>
                  </a:lnTo>
                  <a:cubicBezTo>
                    <a:pt x="2264201" y="5564608"/>
                    <a:pt x="2059064" y="5769744"/>
                    <a:pt x="1805918" y="5769744"/>
                  </a:cubicBezTo>
                  <a:lnTo>
                    <a:pt x="458283" y="5769744"/>
                  </a:lnTo>
                  <a:cubicBezTo>
                    <a:pt x="205136" y="5769744"/>
                    <a:pt x="0" y="5564608"/>
                    <a:pt x="0" y="5311461"/>
                  </a:cubicBezTo>
                  <a:lnTo>
                    <a:pt x="0" y="458540"/>
                  </a:lnTo>
                  <a:cubicBezTo>
                    <a:pt x="0" y="205136"/>
                    <a:pt x="205136" y="0"/>
                    <a:pt x="458283"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nvGrpSpPr>
            <p:cNvPr id="259" name="Google Shape;259;p4"/>
            <p:cNvGrpSpPr/>
            <p:nvPr/>
          </p:nvGrpSpPr>
          <p:grpSpPr>
            <a:xfrm>
              <a:off x="13025960" y="5193239"/>
              <a:ext cx="2264457" cy="2598028"/>
              <a:chOff x="13025960" y="5193239"/>
              <a:chExt cx="2264457" cy="2598028"/>
            </a:xfrm>
          </p:grpSpPr>
          <p:sp>
            <p:nvSpPr>
              <p:cNvPr id="260" name="Google Shape;260;p4"/>
              <p:cNvSpPr/>
              <p:nvPr/>
            </p:nvSpPr>
            <p:spPr>
              <a:xfrm>
                <a:off x="13025960" y="5193239"/>
                <a:ext cx="2264457" cy="2598028"/>
              </a:xfrm>
              <a:custGeom>
                <a:rect b="b" l="l" r="r" t="t"/>
                <a:pathLst>
                  <a:path extrusionOk="0" h="2598028" w="2264457">
                    <a:moveTo>
                      <a:pt x="458540" y="2598028"/>
                    </a:moveTo>
                    <a:lnTo>
                      <a:pt x="1806174" y="2598028"/>
                    </a:lnTo>
                    <a:cubicBezTo>
                      <a:pt x="2059321" y="2598028"/>
                      <a:pt x="2264457" y="2392892"/>
                      <a:pt x="2264457" y="2139745"/>
                    </a:cubicBezTo>
                    <a:lnTo>
                      <a:pt x="2264457" y="607001"/>
                    </a:lnTo>
                    <a:cubicBezTo>
                      <a:pt x="2264457" y="455523"/>
                      <a:pt x="2167152" y="321248"/>
                      <a:pt x="2023120" y="274007"/>
                    </a:cubicBezTo>
                    <a:lnTo>
                      <a:pt x="1241600" y="17523"/>
                    </a:lnTo>
                    <a:cubicBezTo>
                      <a:pt x="1170483" y="-5841"/>
                      <a:pt x="1093974" y="-5841"/>
                      <a:pt x="1022857" y="17523"/>
                    </a:cubicBezTo>
                    <a:lnTo>
                      <a:pt x="241337" y="274007"/>
                    </a:lnTo>
                    <a:cubicBezTo>
                      <a:pt x="97305" y="321248"/>
                      <a:pt x="0" y="455523"/>
                      <a:pt x="0" y="607001"/>
                    </a:cubicBezTo>
                    <a:lnTo>
                      <a:pt x="0" y="2139745"/>
                    </a:lnTo>
                    <a:cubicBezTo>
                      <a:pt x="257" y="2392892"/>
                      <a:pt x="205393" y="2598028"/>
                      <a:pt x="458540" y="2598028"/>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61" name="Google Shape;261;p4"/>
              <p:cNvSpPr/>
              <p:nvPr/>
            </p:nvSpPr>
            <p:spPr>
              <a:xfrm>
                <a:off x="13129427" y="5311597"/>
                <a:ext cx="2058037" cy="2361312"/>
              </a:xfrm>
              <a:custGeom>
                <a:rect b="b" l="l" r="r" t="t"/>
                <a:pathLst>
                  <a:path extrusionOk="0" h="2361312" w="2058037">
                    <a:moveTo>
                      <a:pt x="416691" y="2361313"/>
                    </a:moveTo>
                    <a:lnTo>
                      <a:pt x="1641346" y="2361313"/>
                    </a:lnTo>
                    <a:cubicBezTo>
                      <a:pt x="1871386" y="2361313"/>
                      <a:pt x="2058037" y="2174919"/>
                      <a:pt x="2058037" y="1944622"/>
                    </a:cubicBezTo>
                    <a:lnTo>
                      <a:pt x="2058037" y="551801"/>
                    </a:lnTo>
                    <a:cubicBezTo>
                      <a:pt x="2058037" y="414188"/>
                      <a:pt x="1969718" y="291979"/>
                      <a:pt x="1838780" y="249103"/>
                    </a:cubicBezTo>
                    <a:lnTo>
                      <a:pt x="1128378" y="15982"/>
                    </a:lnTo>
                    <a:cubicBezTo>
                      <a:pt x="1063935" y="-5327"/>
                      <a:pt x="994102" y="-5327"/>
                      <a:pt x="929660" y="15982"/>
                    </a:cubicBezTo>
                    <a:lnTo>
                      <a:pt x="219257" y="249103"/>
                    </a:lnTo>
                    <a:cubicBezTo>
                      <a:pt x="88576" y="291979"/>
                      <a:pt x="0" y="414188"/>
                      <a:pt x="0" y="551801"/>
                    </a:cubicBezTo>
                    <a:lnTo>
                      <a:pt x="0" y="1944622"/>
                    </a:lnTo>
                    <a:cubicBezTo>
                      <a:pt x="0" y="2174662"/>
                      <a:pt x="186651" y="2361313"/>
                      <a:pt x="416691" y="2361313"/>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grpSp>
      <p:sp>
        <p:nvSpPr>
          <p:cNvPr id="262" name="Google Shape;262;p4"/>
          <p:cNvSpPr/>
          <p:nvPr/>
        </p:nvSpPr>
        <p:spPr>
          <a:xfrm>
            <a:off x="6931516" y="873680"/>
            <a:ext cx="1403804" cy="3577241"/>
          </a:xfrm>
          <a:custGeom>
            <a:rect b="b" l="l" r="r" t="t"/>
            <a:pathLst>
              <a:path extrusionOk="0" h="5769744" w="2264200">
                <a:moveTo>
                  <a:pt x="1805917" y="5769744"/>
                </a:moveTo>
                <a:lnTo>
                  <a:pt x="458283" y="5769744"/>
                </a:lnTo>
                <a:cubicBezTo>
                  <a:pt x="205136" y="5769744"/>
                  <a:pt x="0" y="5564608"/>
                  <a:pt x="0" y="5311461"/>
                </a:cubicBezTo>
                <a:lnTo>
                  <a:pt x="0" y="458283"/>
                </a:lnTo>
                <a:cubicBezTo>
                  <a:pt x="0" y="205136"/>
                  <a:pt x="205136" y="0"/>
                  <a:pt x="458283" y="0"/>
                </a:cubicBezTo>
                <a:lnTo>
                  <a:pt x="1805917" y="0"/>
                </a:lnTo>
                <a:cubicBezTo>
                  <a:pt x="2059064" y="0"/>
                  <a:pt x="2264201" y="205136"/>
                  <a:pt x="2264201" y="458283"/>
                </a:cubicBezTo>
                <a:lnTo>
                  <a:pt x="2264201" y="5311461"/>
                </a:lnTo>
                <a:cubicBezTo>
                  <a:pt x="2264201" y="5564608"/>
                  <a:pt x="2059064" y="5769744"/>
                  <a:pt x="1805917" y="57697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63" name="Google Shape;263;p4"/>
          <p:cNvSpPr/>
          <p:nvPr/>
        </p:nvSpPr>
        <p:spPr>
          <a:xfrm>
            <a:off x="6931516" y="873521"/>
            <a:ext cx="1403963" cy="1610777"/>
          </a:xfrm>
          <a:custGeom>
            <a:rect b="b" l="l" r="r" t="t"/>
            <a:pathLst>
              <a:path extrusionOk="0" h="2598027" w="2264456">
                <a:moveTo>
                  <a:pt x="1805917" y="0"/>
                </a:moveTo>
                <a:lnTo>
                  <a:pt x="458283" y="0"/>
                </a:lnTo>
                <a:cubicBezTo>
                  <a:pt x="205136" y="0"/>
                  <a:pt x="0" y="205136"/>
                  <a:pt x="0" y="458283"/>
                </a:cubicBezTo>
                <a:lnTo>
                  <a:pt x="0" y="1991028"/>
                </a:lnTo>
                <a:cubicBezTo>
                  <a:pt x="0" y="2142505"/>
                  <a:pt x="97305" y="2276781"/>
                  <a:pt x="241337" y="2324021"/>
                </a:cubicBezTo>
                <a:lnTo>
                  <a:pt x="1022857" y="2580506"/>
                </a:lnTo>
                <a:cubicBezTo>
                  <a:pt x="1093974" y="2603869"/>
                  <a:pt x="1170483" y="2603869"/>
                  <a:pt x="1241600" y="2580506"/>
                </a:cubicBezTo>
                <a:lnTo>
                  <a:pt x="2023120" y="2324021"/>
                </a:lnTo>
                <a:cubicBezTo>
                  <a:pt x="2167152" y="2276781"/>
                  <a:pt x="2264457" y="2142505"/>
                  <a:pt x="2264457" y="1991028"/>
                </a:cubicBezTo>
                <a:lnTo>
                  <a:pt x="2264457" y="458283"/>
                </a:lnTo>
                <a:cubicBezTo>
                  <a:pt x="2264201" y="205136"/>
                  <a:pt x="2059064" y="0"/>
                  <a:pt x="1805917" y="0"/>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64" name="Google Shape;264;p4"/>
          <p:cNvSpPr/>
          <p:nvPr/>
        </p:nvSpPr>
        <p:spPr>
          <a:xfrm>
            <a:off x="6995260" y="946961"/>
            <a:ext cx="1275982" cy="1464013"/>
          </a:xfrm>
          <a:custGeom>
            <a:rect b="b" l="l" r="r" t="t"/>
            <a:pathLst>
              <a:path extrusionOk="0" h="2361312" w="2058036">
                <a:moveTo>
                  <a:pt x="1641347" y="0"/>
                </a:moveTo>
                <a:lnTo>
                  <a:pt x="416691" y="0"/>
                </a:lnTo>
                <a:cubicBezTo>
                  <a:pt x="186651" y="0"/>
                  <a:pt x="0" y="186394"/>
                  <a:pt x="0" y="416691"/>
                </a:cubicBezTo>
                <a:lnTo>
                  <a:pt x="0" y="1809512"/>
                </a:lnTo>
                <a:cubicBezTo>
                  <a:pt x="0" y="1947125"/>
                  <a:pt x="88319" y="2069334"/>
                  <a:pt x="219257" y="2112210"/>
                </a:cubicBezTo>
                <a:lnTo>
                  <a:pt x="929660" y="2345331"/>
                </a:lnTo>
                <a:cubicBezTo>
                  <a:pt x="994102" y="2366640"/>
                  <a:pt x="1063936" y="2366640"/>
                  <a:pt x="1128377" y="2345331"/>
                </a:cubicBezTo>
                <a:lnTo>
                  <a:pt x="1838781" y="2112210"/>
                </a:lnTo>
                <a:cubicBezTo>
                  <a:pt x="1969462" y="2069334"/>
                  <a:pt x="2058037" y="1947125"/>
                  <a:pt x="2058037" y="1809512"/>
                </a:cubicBezTo>
                <a:lnTo>
                  <a:pt x="2058037" y="416434"/>
                </a:lnTo>
                <a:cubicBezTo>
                  <a:pt x="2058037" y="186394"/>
                  <a:pt x="1871643" y="0"/>
                  <a:pt x="1641347"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65" name="Google Shape;265;p4"/>
          <p:cNvSpPr txBox="1"/>
          <p:nvPr/>
        </p:nvSpPr>
        <p:spPr>
          <a:xfrm>
            <a:off x="3750543" y="1737783"/>
            <a:ext cx="1190700" cy="48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FFFFF"/>
                </a:solidFill>
                <a:latin typeface="Open Sans"/>
                <a:ea typeface="Open Sans"/>
                <a:cs typeface="Open Sans"/>
                <a:sym typeface="Open Sans"/>
              </a:rPr>
              <a:t>Laws and Regs</a:t>
            </a:r>
            <a:endParaRPr b="1" i="0" sz="1450" u="none" cap="none" strike="noStrike">
              <a:solidFill>
                <a:srgbClr val="FFFFFF"/>
              </a:solidFill>
              <a:latin typeface="Open Sans"/>
              <a:ea typeface="Open Sans"/>
              <a:cs typeface="Open Sans"/>
              <a:sym typeface="Open Sans"/>
            </a:endParaRPr>
          </a:p>
        </p:txBody>
      </p:sp>
      <p:sp>
        <p:nvSpPr>
          <p:cNvPr id="266" name="Google Shape;266;p4"/>
          <p:cNvSpPr txBox="1"/>
          <p:nvPr/>
        </p:nvSpPr>
        <p:spPr>
          <a:xfrm>
            <a:off x="7031476" y="1692049"/>
            <a:ext cx="1302000" cy="48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FFFFF"/>
                </a:solidFill>
                <a:latin typeface="Open Sans"/>
                <a:ea typeface="Open Sans"/>
                <a:cs typeface="Open Sans"/>
                <a:sym typeface="Open Sans"/>
              </a:rPr>
              <a:t>Business improvement</a:t>
            </a:r>
            <a:endParaRPr b="1" i="0" sz="1450" u="none" cap="none" strike="noStrike">
              <a:solidFill>
                <a:srgbClr val="FFFFFF"/>
              </a:solidFill>
              <a:latin typeface="Open Sans"/>
              <a:ea typeface="Open Sans"/>
              <a:cs typeface="Open Sans"/>
              <a:sym typeface="Open Sans"/>
            </a:endParaRPr>
          </a:p>
        </p:txBody>
      </p:sp>
      <p:sp>
        <p:nvSpPr>
          <p:cNvPr id="267" name="Google Shape;267;p4"/>
          <p:cNvSpPr/>
          <p:nvPr/>
        </p:nvSpPr>
        <p:spPr>
          <a:xfrm>
            <a:off x="5797799" y="3268008"/>
            <a:ext cx="288679" cy="258767"/>
          </a:xfrm>
          <a:custGeom>
            <a:rect b="b" l="l" r="r" t="t"/>
            <a:pathLst>
              <a:path extrusionOk="0" h="690045" w="769811">
                <a:moveTo>
                  <a:pt x="55617" y="124529"/>
                </a:moveTo>
                <a:lnTo>
                  <a:pt x="205944" y="224747"/>
                </a:lnTo>
                <a:lnTo>
                  <a:pt x="355771" y="15005"/>
                </a:lnTo>
                <a:cubicBezTo>
                  <a:pt x="367253" y="-1086"/>
                  <a:pt x="389605" y="-4822"/>
                  <a:pt x="405696" y="6660"/>
                </a:cubicBezTo>
                <a:cubicBezTo>
                  <a:pt x="408920" y="8961"/>
                  <a:pt x="411740" y="11781"/>
                  <a:pt x="414040" y="15005"/>
                </a:cubicBezTo>
                <a:lnTo>
                  <a:pt x="563866" y="224747"/>
                </a:lnTo>
                <a:lnTo>
                  <a:pt x="714194" y="124529"/>
                </a:lnTo>
                <a:cubicBezTo>
                  <a:pt x="730652" y="113579"/>
                  <a:pt x="752870" y="118044"/>
                  <a:pt x="763819" y="134502"/>
                </a:cubicBezTo>
                <a:cubicBezTo>
                  <a:pt x="768526" y="141576"/>
                  <a:pt x="770562" y="150094"/>
                  <a:pt x="769564" y="158531"/>
                </a:cubicBezTo>
                <a:lnTo>
                  <a:pt x="710758" y="658441"/>
                </a:lnTo>
                <a:cubicBezTo>
                  <a:pt x="708635" y="676462"/>
                  <a:pt x="693362" y="690043"/>
                  <a:pt x="675216" y="690046"/>
                </a:cubicBezTo>
                <a:lnTo>
                  <a:pt x="94595" y="690046"/>
                </a:lnTo>
                <a:cubicBezTo>
                  <a:pt x="76449" y="690043"/>
                  <a:pt x="61176" y="676462"/>
                  <a:pt x="59053" y="658441"/>
                </a:cubicBezTo>
                <a:lnTo>
                  <a:pt x="246" y="158496"/>
                </a:lnTo>
                <a:cubicBezTo>
                  <a:pt x="-2053" y="138862"/>
                  <a:pt x="11998" y="121082"/>
                  <a:pt x="31631" y="118782"/>
                </a:cubicBezTo>
                <a:cubicBezTo>
                  <a:pt x="40055" y="117795"/>
                  <a:pt x="48555" y="119832"/>
                  <a:pt x="55617" y="124529"/>
                </a:cubicBezTo>
                <a:close/>
                <a:moveTo>
                  <a:pt x="384905" y="475292"/>
                </a:moveTo>
                <a:cubicBezTo>
                  <a:pt x="424440" y="475292"/>
                  <a:pt x="456490" y="443243"/>
                  <a:pt x="456490" y="403708"/>
                </a:cubicBezTo>
                <a:cubicBezTo>
                  <a:pt x="456490" y="364173"/>
                  <a:pt x="424440" y="332124"/>
                  <a:pt x="384905" y="332124"/>
                </a:cubicBezTo>
                <a:cubicBezTo>
                  <a:pt x="345370" y="332124"/>
                  <a:pt x="313321" y="364173"/>
                  <a:pt x="313321" y="403708"/>
                </a:cubicBezTo>
                <a:cubicBezTo>
                  <a:pt x="313321" y="443243"/>
                  <a:pt x="345370" y="475292"/>
                  <a:pt x="384905" y="47529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68" name="Google Shape;268;p4"/>
          <p:cNvSpPr/>
          <p:nvPr/>
        </p:nvSpPr>
        <p:spPr>
          <a:xfrm>
            <a:off x="7474777" y="1299664"/>
            <a:ext cx="303848" cy="303848"/>
          </a:xfrm>
          <a:custGeom>
            <a:rect b="b" l="l" r="r" t="t"/>
            <a:pathLst>
              <a:path extrusionOk="0" h="190500" w="190500">
                <a:moveTo>
                  <a:pt x="95250" y="85725"/>
                </a:moveTo>
                <a:cubicBezTo>
                  <a:pt x="121553" y="85725"/>
                  <a:pt x="142875" y="107047"/>
                  <a:pt x="142875" y="133350"/>
                </a:cubicBezTo>
                <a:lnTo>
                  <a:pt x="142875" y="190500"/>
                </a:lnTo>
                <a:lnTo>
                  <a:pt x="47625" y="190500"/>
                </a:lnTo>
                <a:lnTo>
                  <a:pt x="47625" y="133350"/>
                </a:lnTo>
                <a:cubicBezTo>
                  <a:pt x="47625" y="107047"/>
                  <a:pt x="68947" y="85725"/>
                  <a:pt x="95250" y="85725"/>
                </a:cubicBezTo>
                <a:close/>
                <a:moveTo>
                  <a:pt x="31318" y="114357"/>
                </a:moveTo>
                <a:cubicBezTo>
                  <a:pt x="29802" y="119470"/>
                  <a:pt x="28907" y="124747"/>
                  <a:pt x="28651" y="130073"/>
                </a:cubicBezTo>
                <a:lnTo>
                  <a:pt x="28575" y="133350"/>
                </a:lnTo>
                <a:lnTo>
                  <a:pt x="28575" y="190500"/>
                </a:lnTo>
                <a:lnTo>
                  <a:pt x="0" y="190500"/>
                </a:lnTo>
                <a:lnTo>
                  <a:pt x="0" y="147638"/>
                </a:lnTo>
                <a:cubicBezTo>
                  <a:pt x="-4" y="130627"/>
                  <a:pt x="12799" y="116342"/>
                  <a:pt x="29708" y="114491"/>
                </a:cubicBezTo>
                <a:lnTo>
                  <a:pt x="31328" y="114357"/>
                </a:lnTo>
                <a:close/>
                <a:moveTo>
                  <a:pt x="159182" y="114357"/>
                </a:moveTo>
                <a:cubicBezTo>
                  <a:pt x="176776" y="115430"/>
                  <a:pt x="190497" y="130010"/>
                  <a:pt x="190500" y="147638"/>
                </a:cubicBezTo>
                <a:lnTo>
                  <a:pt x="190500" y="190500"/>
                </a:lnTo>
                <a:lnTo>
                  <a:pt x="161925" y="190500"/>
                </a:lnTo>
                <a:lnTo>
                  <a:pt x="161925" y="133350"/>
                </a:lnTo>
                <a:cubicBezTo>
                  <a:pt x="161925" y="126749"/>
                  <a:pt x="160973" y="120377"/>
                  <a:pt x="159182" y="114357"/>
                </a:cubicBezTo>
                <a:close/>
                <a:moveTo>
                  <a:pt x="33338" y="57150"/>
                </a:moveTo>
                <a:cubicBezTo>
                  <a:pt x="46489" y="57150"/>
                  <a:pt x="57150" y="67811"/>
                  <a:pt x="57150" y="80963"/>
                </a:cubicBezTo>
                <a:cubicBezTo>
                  <a:pt x="57150" y="94114"/>
                  <a:pt x="46489" y="104775"/>
                  <a:pt x="33338" y="104775"/>
                </a:cubicBezTo>
                <a:cubicBezTo>
                  <a:pt x="20186" y="104775"/>
                  <a:pt x="9525" y="94114"/>
                  <a:pt x="9525" y="80963"/>
                </a:cubicBezTo>
                <a:cubicBezTo>
                  <a:pt x="9525" y="67811"/>
                  <a:pt x="20186" y="57150"/>
                  <a:pt x="33338" y="57150"/>
                </a:cubicBezTo>
                <a:close/>
                <a:moveTo>
                  <a:pt x="157163" y="57150"/>
                </a:moveTo>
                <a:cubicBezTo>
                  <a:pt x="170314" y="57150"/>
                  <a:pt x="180975" y="67811"/>
                  <a:pt x="180975" y="80963"/>
                </a:cubicBezTo>
                <a:cubicBezTo>
                  <a:pt x="180975" y="94114"/>
                  <a:pt x="170314" y="104775"/>
                  <a:pt x="157163" y="104775"/>
                </a:cubicBezTo>
                <a:cubicBezTo>
                  <a:pt x="144011" y="104775"/>
                  <a:pt x="133350" y="94114"/>
                  <a:pt x="133350" y="80963"/>
                </a:cubicBezTo>
                <a:cubicBezTo>
                  <a:pt x="133350" y="67811"/>
                  <a:pt x="144011" y="57150"/>
                  <a:pt x="157163" y="57150"/>
                </a:cubicBezTo>
                <a:close/>
                <a:moveTo>
                  <a:pt x="95250" y="0"/>
                </a:moveTo>
                <a:cubicBezTo>
                  <a:pt x="116292" y="0"/>
                  <a:pt x="133350" y="17058"/>
                  <a:pt x="133350" y="38100"/>
                </a:cubicBezTo>
                <a:cubicBezTo>
                  <a:pt x="133350" y="59142"/>
                  <a:pt x="116292" y="76200"/>
                  <a:pt x="95250" y="76200"/>
                </a:cubicBezTo>
                <a:cubicBezTo>
                  <a:pt x="74208" y="76200"/>
                  <a:pt x="57150" y="59142"/>
                  <a:pt x="57150" y="38100"/>
                </a:cubicBezTo>
                <a:cubicBezTo>
                  <a:pt x="57150" y="17058"/>
                  <a:pt x="74208" y="0"/>
                  <a:pt x="95250"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269" name="Google Shape;269;p4"/>
          <p:cNvSpPr txBox="1"/>
          <p:nvPr/>
        </p:nvSpPr>
        <p:spPr>
          <a:xfrm>
            <a:off x="5370825" y="3746945"/>
            <a:ext cx="1190700" cy="48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FFFFF"/>
                </a:solidFill>
                <a:latin typeface="Open Sans"/>
                <a:ea typeface="Open Sans"/>
                <a:cs typeface="Open Sans"/>
                <a:sym typeface="Open Sans"/>
              </a:rPr>
              <a:t>Damage limitation</a:t>
            </a:r>
            <a:endParaRPr b="1" i="0" sz="1450" u="none" cap="none" strike="noStrike">
              <a:solidFill>
                <a:srgbClr val="FFFFFF"/>
              </a:solidFill>
              <a:latin typeface="Open Sans"/>
              <a:ea typeface="Open Sans"/>
              <a:cs typeface="Open Sans"/>
              <a:sym typeface="Open Sans"/>
            </a:endParaRPr>
          </a:p>
        </p:txBody>
      </p:sp>
      <p:sp>
        <p:nvSpPr>
          <p:cNvPr id="270" name="Google Shape;270;p4"/>
          <p:cNvSpPr txBox="1"/>
          <p:nvPr/>
        </p:nvSpPr>
        <p:spPr>
          <a:xfrm>
            <a:off x="3789410" y="2819698"/>
            <a:ext cx="1113000" cy="120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263"/>
              <a:buFont typeface="Arial"/>
              <a:buNone/>
            </a:pPr>
            <a:r>
              <a:rPr b="0" i="0" lang="en-US" sz="1263" u="sng" cap="none" strike="noStrike">
                <a:solidFill>
                  <a:schemeClr val="hlink"/>
                </a:solidFill>
                <a:latin typeface="Calibri"/>
                <a:ea typeface="Calibri"/>
                <a:cs typeface="Calibri"/>
                <a:sym typeface="Calibri"/>
                <a:hlinkClick r:id="rId4"/>
              </a:rPr>
              <a:t>UK GDPR</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sng" cap="none" strike="noStrike">
                <a:solidFill>
                  <a:schemeClr val="hlink"/>
                </a:solidFill>
                <a:latin typeface="Calibri"/>
                <a:ea typeface="Calibri"/>
                <a:cs typeface="Calibri"/>
                <a:sym typeface="Calibri"/>
                <a:hlinkClick r:id="rId5"/>
              </a:rPr>
              <a:t>Education Act</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sng" cap="none" strike="noStrike">
                <a:solidFill>
                  <a:schemeClr val="hlink"/>
                </a:solidFill>
                <a:latin typeface="Calibri"/>
                <a:ea typeface="Calibri"/>
                <a:cs typeface="Calibri"/>
                <a:sym typeface="Calibri"/>
                <a:hlinkClick r:id="rId6"/>
              </a:rPr>
              <a:t>Keeping Children Safe in Education</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
        <p:nvSpPr>
          <p:cNvPr id="271" name="Google Shape;271;p4"/>
          <p:cNvSpPr txBox="1"/>
          <p:nvPr/>
        </p:nvSpPr>
        <p:spPr>
          <a:xfrm>
            <a:off x="7075947" y="2590806"/>
            <a:ext cx="1113000" cy="228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
        <p:nvSpPr>
          <p:cNvPr id="272" name="Google Shape;272;p4"/>
          <p:cNvSpPr txBox="1"/>
          <p:nvPr/>
        </p:nvSpPr>
        <p:spPr>
          <a:xfrm>
            <a:off x="5429912" y="1149600"/>
            <a:ext cx="1113000" cy="8121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Only keep for as long as needed - reduces the risk of a data breach</a:t>
            </a:r>
            <a:endParaRPr b="0" i="0" sz="1263" u="none" cap="none" strike="noStrike">
              <a:solidFill>
                <a:srgbClr val="002060"/>
              </a:solidFill>
              <a:latin typeface="Calibri"/>
              <a:ea typeface="Calibri"/>
              <a:cs typeface="Calibri"/>
              <a:sym typeface="Calibri"/>
            </a:endParaRPr>
          </a:p>
        </p:txBody>
      </p:sp>
      <p:sp>
        <p:nvSpPr>
          <p:cNvPr id="273" name="Google Shape;273;p4"/>
          <p:cNvSpPr txBox="1"/>
          <p:nvPr/>
        </p:nvSpPr>
        <p:spPr>
          <a:xfrm>
            <a:off x="784406" y="1198460"/>
            <a:ext cx="29655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Calibri"/>
                <a:ea typeface="Calibri"/>
                <a:cs typeface="Calibri"/>
                <a:sym typeface="Calibri"/>
              </a:rPr>
              <a:t>Why is data retention good practice important?</a:t>
            </a:r>
            <a:endParaRPr b="1" i="0" sz="1400" u="none" cap="none" strike="noStrike">
              <a:solidFill>
                <a:srgbClr val="000000"/>
              </a:solidFill>
              <a:latin typeface="Calibri"/>
              <a:ea typeface="Calibri"/>
              <a:cs typeface="Calibri"/>
              <a:sym typeface="Calibri"/>
            </a:endParaRPr>
          </a:p>
        </p:txBody>
      </p:sp>
      <p:sp>
        <p:nvSpPr>
          <p:cNvPr id="274" name="Google Shape;274;p4"/>
          <p:cNvSpPr/>
          <p:nvPr/>
        </p:nvSpPr>
        <p:spPr>
          <a:xfrm>
            <a:off x="320650" y="3399050"/>
            <a:ext cx="3474300" cy="8835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75" name="Google Shape;275;p4"/>
          <p:cNvSpPr txBox="1"/>
          <p:nvPr/>
        </p:nvSpPr>
        <p:spPr>
          <a:xfrm>
            <a:off x="926050" y="3632500"/>
            <a:ext cx="2772000" cy="2040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Do you know your responsibilities?</a:t>
            </a:r>
            <a:endParaRPr b="1" i="0" sz="1100" u="none" cap="none" strike="noStrike">
              <a:solidFill>
                <a:srgbClr val="002060"/>
              </a:solidFill>
              <a:latin typeface="Open Sans"/>
              <a:ea typeface="Open Sans"/>
              <a:cs typeface="Open Sans"/>
              <a:sym typeface="Open Sans"/>
            </a:endParaRPr>
          </a:p>
        </p:txBody>
      </p:sp>
      <p:sp>
        <p:nvSpPr>
          <p:cNvPr id="276" name="Google Shape;276;p4"/>
          <p:cNvSpPr/>
          <p:nvPr/>
        </p:nvSpPr>
        <p:spPr>
          <a:xfrm>
            <a:off x="3030203" y="3984385"/>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277" name="Google Shape;277;p4"/>
          <p:cNvSpPr/>
          <p:nvPr/>
        </p:nvSpPr>
        <p:spPr>
          <a:xfrm rot="-599865">
            <a:off x="-307205" y="1686798"/>
            <a:ext cx="876104" cy="415834"/>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78" name="Google Shape;278;p4"/>
          <p:cNvSpPr/>
          <p:nvPr/>
        </p:nvSpPr>
        <p:spPr>
          <a:xfrm rot="-600812">
            <a:off x="-409295" y="2023633"/>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79" name="Google Shape;279;p4"/>
          <p:cNvSpPr/>
          <p:nvPr/>
        </p:nvSpPr>
        <p:spPr>
          <a:xfrm rot="-599865">
            <a:off x="8538543" y="4237980"/>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80" name="Google Shape;280;p4"/>
          <p:cNvSpPr/>
          <p:nvPr/>
        </p:nvSpPr>
        <p:spPr>
          <a:xfrm rot="-600812">
            <a:off x="8889834" y="4486335"/>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81" name="Google Shape;281;p4"/>
          <p:cNvSpPr/>
          <p:nvPr/>
        </p:nvSpPr>
        <p:spPr>
          <a:xfrm>
            <a:off x="4203089" y="1286751"/>
            <a:ext cx="274266" cy="274266"/>
          </a:xfrm>
          <a:custGeom>
            <a:rect b="b" l="l" r="r" t="t"/>
            <a:pathLst>
              <a:path extrusionOk="0" h="21600" w="21600">
                <a:moveTo>
                  <a:pt x="20771" y="0"/>
                </a:moveTo>
                <a:cubicBezTo>
                  <a:pt x="439" y="0"/>
                  <a:pt x="439" y="0"/>
                  <a:pt x="439" y="0"/>
                </a:cubicBezTo>
                <a:cubicBezTo>
                  <a:pt x="0" y="0"/>
                  <a:pt x="0" y="434"/>
                  <a:pt x="0" y="922"/>
                </a:cubicBezTo>
                <a:cubicBezTo>
                  <a:pt x="0" y="3799"/>
                  <a:pt x="0" y="3799"/>
                  <a:pt x="0" y="3799"/>
                </a:cubicBezTo>
                <a:cubicBezTo>
                  <a:pt x="21600" y="3799"/>
                  <a:pt x="21600" y="3799"/>
                  <a:pt x="21600" y="3799"/>
                </a:cubicBezTo>
                <a:cubicBezTo>
                  <a:pt x="21600" y="922"/>
                  <a:pt x="21600" y="922"/>
                  <a:pt x="21600" y="922"/>
                </a:cubicBezTo>
                <a:cubicBezTo>
                  <a:pt x="21600" y="434"/>
                  <a:pt x="21161" y="0"/>
                  <a:pt x="20771" y="0"/>
                </a:cubicBezTo>
                <a:close/>
                <a:moveTo>
                  <a:pt x="1316" y="19700"/>
                </a:moveTo>
                <a:cubicBezTo>
                  <a:pt x="1316" y="20623"/>
                  <a:pt x="1755" y="21600"/>
                  <a:pt x="2633" y="21600"/>
                </a:cubicBezTo>
                <a:cubicBezTo>
                  <a:pt x="18577" y="21600"/>
                  <a:pt x="18577" y="21600"/>
                  <a:pt x="18577" y="21600"/>
                </a:cubicBezTo>
                <a:cubicBezTo>
                  <a:pt x="19894" y="21600"/>
                  <a:pt x="20332" y="20623"/>
                  <a:pt x="20332" y="19700"/>
                </a:cubicBezTo>
                <a:cubicBezTo>
                  <a:pt x="20332" y="5264"/>
                  <a:pt x="20332" y="5264"/>
                  <a:pt x="20332" y="5264"/>
                </a:cubicBezTo>
                <a:cubicBezTo>
                  <a:pt x="1316" y="5264"/>
                  <a:pt x="1316" y="5264"/>
                  <a:pt x="1316" y="5264"/>
                </a:cubicBezTo>
                <a:lnTo>
                  <a:pt x="1316" y="19700"/>
                </a:lnTo>
                <a:close/>
                <a:moveTo>
                  <a:pt x="7362" y="8141"/>
                </a:moveTo>
                <a:cubicBezTo>
                  <a:pt x="14286" y="8141"/>
                  <a:pt x="14286" y="8141"/>
                  <a:pt x="14286" y="8141"/>
                </a:cubicBezTo>
                <a:cubicBezTo>
                  <a:pt x="14286" y="10529"/>
                  <a:pt x="14286" y="10529"/>
                  <a:pt x="14286" y="10529"/>
                </a:cubicBezTo>
                <a:cubicBezTo>
                  <a:pt x="7362" y="10529"/>
                  <a:pt x="7362" y="10529"/>
                  <a:pt x="7362" y="10529"/>
                </a:cubicBezTo>
                <a:lnTo>
                  <a:pt x="7362" y="8141"/>
                </a:lnTo>
                <a:close/>
              </a:path>
            </a:pathLst>
          </a:custGeom>
          <a:solidFill>
            <a:schemeClr val="l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25"/>
              <a:buFont typeface="Arial"/>
              <a:buNone/>
            </a:pPr>
            <a:r>
              <a:t/>
            </a:r>
            <a:endParaRPr b="0" i="0" sz="2325" u="none" cap="none" strike="noStrike">
              <a:solidFill>
                <a:srgbClr val="372154"/>
              </a:solidFill>
              <a:latin typeface="Open Sans"/>
              <a:ea typeface="Open Sans"/>
              <a:cs typeface="Open Sans"/>
              <a:sym typeface="Open Sans"/>
            </a:endParaRPr>
          </a:p>
        </p:txBody>
      </p:sp>
      <p:pic>
        <p:nvPicPr>
          <p:cNvPr descr="Icon&#10;&#10;Description automatically generated" id="282" name="Google Shape;282;p4"/>
          <p:cNvPicPr preferRelativeResize="0"/>
          <p:nvPr/>
        </p:nvPicPr>
        <p:blipFill rotWithShape="1">
          <a:blip r:embed="rId7">
            <a:alphaModFix/>
          </a:blip>
          <a:srcRect b="0" l="0" r="0" t="0"/>
          <a:stretch/>
        </p:blipFill>
        <p:spPr>
          <a:xfrm>
            <a:off x="257216" y="3526752"/>
            <a:ext cx="579125" cy="579125"/>
          </a:xfrm>
          <a:prstGeom prst="rect">
            <a:avLst/>
          </a:prstGeom>
          <a:noFill/>
          <a:ln>
            <a:noFill/>
          </a:ln>
        </p:spPr>
      </p:pic>
      <p:pic>
        <p:nvPicPr>
          <p:cNvPr id="283" name="Google Shape;283;p4"/>
          <p:cNvPicPr preferRelativeResize="0"/>
          <p:nvPr/>
        </p:nvPicPr>
        <p:blipFill rotWithShape="1">
          <a:blip r:embed="rId8">
            <a:alphaModFix/>
          </a:blip>
          <a:srcRect b="0" l="0" r="0" t="0"/>
          <a:stretch/>
        </p:blipFill>
        <p:spPr>
          <a:xfrm>
            <a:off x="0" y="1"/>
            <a:ext cx="2083606" cy="561600"/>
          </a:xfrm>
          <a:prstGeom prst="rect">
            <a:avLst/>
          </a:prstGeom>
          <a:noFill/>
          <a:ln>
            <a:noFill/>
          </a:ln>
        </p:spPr>
      </p:pic>
      <p:sp>
        <p:nvSpPr>
          <p:cNvPr id="284" name="Google Shape;284;p4"/>
          <p:cNvSpPr txBox="1"/>
          <p:nvPr/>
        </p:nvSpPr>
        <p:spPr>
          <a:xfrm>
            <a:off x="7071062" y="2657125"/>
            <a:ext cx="1113000" cy="120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Refined processes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Free up space - both physical and electronic</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289" name="Shape 289"/>
        <p:cNvGrpSpPr/>
        <p:nvPr/>
      </p:nvGrpSpPr>
      <p:grpSpPr>
        <a:xfrm>
          <a:off x="0" y="0"/>
          <a:ext cx="0" cy="0"/>
          <a:chOff x="0" y="0"/>
          <a:chExt cx="0" cy="0"/>
        </a:xfrm>
      </p:grpSpPr>
      <p:pic>
        <p:nvPicPr>
          <p:cNvPr id="290" name="Google Shape;290;p6"/>
          <p:cNvPicPr preferRelativeResize="0"/>
          <p:nvPr/>
        </p:nvPicPr>
        <p:blipFill rotWithShape="1">
          <a:blip r:embed="rId3">
            <a:alphaModFix/>
          </a:blip>
          <a:srcRect b="0" l="0" r="0" t="0"/>
          <a:stretch/>
        </p:blipFill>
        <p:spPr>
          <a:xfrm>
            <a:off x="1089608" y="3155762"/>
            <a:ext cx="1274764" cy="1274764"/>
          </a:xfrm>
          <a:prstGeom prst="rect">
            <a:avLst/>
          </a:prstGeom>
          <a:noFill/>
          <a:ln>
            <a:noFill/>
          </a:ln>
        </p:spPr>
      </p:pic>
      <p:sp>
        <p:nvSpPr>
          <p:cNvPr id="291" name="Google Shape;291;p6"/>
          <p:cNvSpPr txBox="1"/>
          <p:nvPr/>
        </p:nvSpPr>
        <p:spPr>
          <a:xfrm>
            <a:off x="2676767" y="639585"/>
            <a:ext cx="6353100" cy="14661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2060"/>
                </a:solidFill>
                <a:latin typeface="Calibri"/>
                <a:ea typeface="Calibri"/>
                <a:cs typeface="Calibri"/>
                <a:sym typeface="Calibri"/>
              </a:rPr>
              <a:t>What can go wrong?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4400"/>
              <a:buFont typeface="Arial"/>
              <a:buNone/>
            </a:pPr>
            <a:r>
              <a:rPr b="0" i="0" lang="en-US" sz="4400" u="none" cap="none" strike="noStrike">
                <a:solidFill>
                  <a:srgbClr val="002060"/>
                </a:solidFill>
                <a:latin typeface="Calibri"/>
                <a:ea typeface="Calibri"/>
                <a:cs typeface="Calibri"/>
                <a:sym typeface="Calibri"/>
              </a:rPr>
              <a:t>We dont need to worry!</a:t>
            </a:r>
            <a:endParaRPr b="0" i="0" sz="1400" u="none" cap="none" strike="noStrike">
              <a:solidFill>
                <a:srgbClr val="000000"/>
              </a:solidFill>
              <a:latin typeface="Arial"/>
              <a:ea typeface="Arial"/>
              <a:cs typeface="Arial"/>
              <a:sym typeface="Arial"/>
            </a:endParaRPr>
          </a:p>
        </p:txBody>
      </p:sp>
      <p:sp>
        <p:nvSpPr>
          <p:cNvPr id="292" name="Google Shape;292;p6"/>
          <p:cNvSpPr/>
          <p:nvPr/>
        </p:nvSpPr>
        <p:spPr>
          <a:xfrm>
            <a:off x="1780084" y="814925"/>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293" name="Google Shape;293;p6"/>
          <p:cNvSpPr/>
          <p:nvPr/>
        </p:nvSpPr>
        <p:spPr>
          <a:xfrm rot="-599865">
            <a:off x="8468278" y="4085287"/>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94" name="Google Shape;294;p6"/>
          <p:cNvSpPr/>
          <p:nvPr/>
        </p:nvSpPr>
        <p:spPr>
          <a:xfrm rot="-600812">
            <a:off x="8819569" y="4333642"/>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95" name="Google Shape;295;p6"/>
          <p:cNvSpPr/>
          <p:nvPr/>
        </p:nvSpPr>
        <p:spPr>
          <a:xfrm rot="-599865">
            <a:off x="-184461" y="4107950"/>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96" name="Google Shape;296;p6"/>
          <p:cNvSpPr/>
          <p:nvPr/>
        </p:nvSpPr>
        <p:spPr>
          <a:xfrm rot="-600812">
            <a:off x="-332302" y="4491246"/>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descr="A red and black sign&#10;&#10;Description automatically generated with low confidence" id="297" name="Google Shape;297;p6"/>
          <p:cNvPicPr preferRelativeResize="0"/>
          <p:nvPr/>
        </p:nvPicPr>
        <p:blipFill rotWithShape="1">
          <a:blip r:embed="rId4">
            <a:alphaModFix/>
          </a:blip>
          <a:srcRect b="0" l="0" r="0" t="0"/>
          <a:stretch/>
        </p:blipFill>
        <p:spPr>
          <a:xfrm rot="-1323208">
            <a:off x="1596161" y="1210623"/>
            <a:ext cx="6927052" cy="2455587"/>
          </a:xfrm>
          <a:prstGeom prst="rect">
            <a:avLst/>
          </a:prstGeom>
          <a:noFill/>
          <a:ln>
            <a:noFill/>
          </a:ln>
        </p:spPr>
      </p:pic>
      <p:sp>
        <p:nvSpPr>
          <p:cNvPr id="298" name="Google Shape;298;p6"/>
          <p:cNvSpPr/>
          <p:nvPr/>
        </p:nvSpPr>
        <p:spPr>
          <a:xfrm>
            <a:off x="5917205" y="35854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299" name="Google Shape;299;p6"/>
          <p:cNvSpPr txBox="1"/>
          <p:nvPr/>
        </p:nvSpPr>
        <p:spPr>
          <a:xfrm>
            <a:off x="6595761" y="3590807"/>
            <a:ext cx="1797000" cy="7119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Are you confident that there is no outdated personal information in your organisation?</a:t>
            </a:r>
            <a:endParaRPr b="1" i="0" sz="1100" u="none" cap="none" strike="noStrike">
              <a:solidFill>
                <a:srgbClr val="002060"/>
              </a:solidFill>
              <a:latin typeface="Open Sans"/>
              <a:ea typeface="Open Sans"/>
              <a:cs typeface="Open Sans"/>
              <a:sym typeface="Open Sans"/>
            </a:endParaRPr>
          </a:p>
        </p:txBody>
      </p:sp>
      <p:sp>
        <p:nvSpPr>
          <p:cNvPr id="300" name="Google Shape;300;p6"/>
          <p:cNvSpPr/>
          <p:nvPr/>
        </p:nvSpPr>
        <p:spPr>
          <a:xfrm>
            <a:off x="8156883" y="41597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301" name="Google Shape;301;p6"/>
          <p:cNvPicPr preferRelativeResize="0"/>
          <p:nvPr/>
        </p:nvPicPr>
        <p:blipFill rotWithShape="1">
          <a:blip r:embed="rId5">
            <a:alphaModFix/>
          </a:blip>
          <a:srcRect b="0" l="0" r="0" t="0"/>
          <a:stretch/>
        </p:blipFill>
        <p:spPr>
          <a:xfrm>
            <a:off x="5898696" y="3679046"/>
            <a:ext cx="579125" cy="579125"/>
          </a:xfrm>
          <a:prstGeom prst="rect">
            <a:avLst/>
          </a:prstGeom>
          <a:noFill/>
          <a:ln>
            <a:noFill/>
          </a:ln>
        </p:spPr>
      </p:pic>
      <p:pic>
        <p:nvPicPr>
          <p:cNvPr id="302" name="Google Shape;302;p6"/>
          <p:cNvPicPr preferRelativeResize="0"/>
          <p:nvPr/>
        </p:nvPicPr>
        <p:blipFill rotWithShape="1">
          <a:blip r:embed="rId6">
            <a:alphaModFix/>
          </a:blip>
          <a:srcRect b="0" l="0" r="0" t="0"/>
          <a:stretch/>
        </p:blipFill>
        <p:spPr>
          <a:xfrm>
            <a:off x="0" y="1"/>
            <a:ext cx="2083606" cy="56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307" name="Shape 307"/>
        <p:cNvGrpSpPr/>
        <p:nvPr/>
      </p:nvGrpSpPr>
      <p:grpSpPr>
        <a:xfrm>
          <a:off x="0" y="0"/>
          <a:ext cx="0" cy="0"/>
          <a:chOff x="0" y="0"/>
          <a:chExt cx="0" cy="0"/>
        </a:xfrm>
      </p:grpSpPr>
      <p:pic>
        <p:nvPicPr>
          <p:cNvPr id="308" name="Google Shape;308;g10ffcfe181b_2_14"/>
          <p:cNvPicPr preferRelativeResize="0"/>
          <p:nvPr/>
        </p:nvPicPr>
        <p:blipFill rotWithShape="1">
          <a:blip r:embed="rId3">
            <a:alphaModFix/>
          </a:blip>
          <a:srcRect b="0" l="0" r="0" t="0"/>
          <a:stretch/>
        </p:blipFill>
        <p:spPr>
          <a:xfrm>
            <a:off x="823408" y="3222987"/>
            <a:ext cx="1274764" cy="1274764"/>
          </a:xfrm>
          <a:prstGeom prst="rect">
            <a:avLst/>
          </a:prstGeom>
          <a:noFill/>
          <a:ln>
            <a:noFill/>
          </a:ln>
        </p:spPr>
      </p:pic>
      <p:sp>
        <p:nvSpPr>
          <p:cNvPr id="309" name="Google Shape;309;g10ffcfe181b_2_14"/>
          <p:cNvSpPr txBox="1"/>
          <p:nvPr/>
        </p:nvSpPr>
        <p:spPr>
          <a:xfrm>
            <a:off x="1392577" y="639575"/>
            <a:ext cx="7637400" cy="10044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2060"/>
                </a:solidFill>
                <a:latin typeface="Calibri"/>
                <a:ea typeface="Calibri"/>
                <a:cs typeface="Calibri"/>
                <a:sym typeface="Calibri"/>
              </a:rPr>
              <a:t>Does anyone ever get fined?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4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10ffcfe181b_2_14"/>
          <p:cNvSpPr/>
          <p:nvPr/>
        </p:nvSpPr>
        <p:spPr>
          <a:xfrm>
            <a:off x="823409" y="867325"/>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311" name="Google Shape;311;g10ffcfe181b_2_14"/>
          <p:cNvSpPr/>
          <p:nvPr/>
        </p:nvSpPr>
        <p:spPr>
          <a:xfrm rot="-599865">
            <a:off x="8468332" y="4085278"/>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12" name="Google Shape;312;g10ffcfe181b_2_14"/>
          <p:cNvSpPr/>
          <p:nvPr/>
        </p:nvSpPr>
        <p:spPr>
          <a:xfrm rot="-600812">
            <a:off x="8819534" y="4333648"/>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13" name="Google Shape;313;g10ffcfe181b_2_14"/>
          <p:cNvSpPr/>
          <p:nvPr/>
        </p:nvSpPr>
        <p:spPr>
          <a:xfrm rot="-599865">
            <a:off x="-184407" y="4107941"/>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14" name="Google Shape;314;g10ffcfe181b_2_14"/>
          <p:cNvSpPr/>
          <p:nvPr/>
        </p:nvSpPr>
        <p:spPr>
          <a:xfrm rot="-600812">
            <a:off x="-332337" y="4491252"/>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15" name="Google Shape;315;g10ffcfe181b_2_14"/>
          <p:cNvSpPr/>
          <p:nvPr/>
        </p:nvSpPr>
        <p:spPr>
          <a:xfrm>
            <a:off x="5917205" y="35854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16" name="Google Shape;316;g10ffcfe181b_2_14"/>
          <p:cNvSpPr txBox="1"/>
          <p:nvPr/>
        </p:nvSpPr>
        <p:spPr>
          <a:xfrm>
            <a:off x="6559811" y="3844782"/>
            <a:ext cx="1797000" cy="2040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Fines do happen!</a:t>
            </a:r>
            <a:endParaRPr b="1" i="0" sz="1100" u="none" cap="none" strike="noStrike">
              <a:solidFill>
                <a:srgbClr val="002060"/>
              </a:solidFill>
              <a:latin typeface="Open Sans"/>
              <a:ea typeface="Open Sans"/>
              <a:cs typeface="Open Sans"/>
              <a:sym typeface="Open Sans"/>
            </a:endParaRPr>
          </a:p>
        </p:txBody>
      </p:sp>
      <p:sp>
        <p:nvSpPr>
          <p:cNvPr id="317" name="Google Shape;317;g10ffcfe181b_2_14"/>
          <p:cNvSpPr/>
          <p:nvPr/>
        </p:nvSpPr>
        <p:spPr>
          <a:xfrm>
            <a:off x="8156883" y="41597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318" name="Google Shape;318;g10ffcfe181b_2_14"/>
          <p:cNvPicPr preferRelativeResize="0"/>
          <p:nvPr/>
        </p:nvPicPr>
        <p:blipFill rotWithShape="1">
          <a:blip r:embed="rId4">
            <a:alphaModFix/>
          </a:blip>
          <a:srcRect b="0" l="0" r="0" t="0"/>
          <a:stretch/>
        </p:blipFill>
        <p:spPr>
          <a:xfrm>
            <a:off x="5898696" y="3679046"/>
            <a:ext cx="579125" cy="579125"/>
          </a:xfrm>
          <a:prstGeom prst="rect">
            <a:avLst/>
          </a:prstGeom>
          <a:noFill/>
          <a:ln>
            <a:noFill/>
          </a:ln>
        </p:spPr>
      </p:pic>
      <p:pic>
        <p:nvPicPr>
          <p:cNvPr id="319" name="Google Shape;319;g10ffcfe181b_2_14"/>
          <p:cNvPicPr preferRelativeResize="0"/>
          <p:nvPr/>
        </p:nvPicPr>
        <p:blipFill rotWithShape="1">
          <a:blip r:embed="rId5">
            <a:alphaModFix/>
          </a:blip>
          <a:srcRect b="0" l="0" r="0" t="0"/>
          <a:stretch/>
        </p:blipFill>
        <p:spPr>
          <a:xfrm>
            <a:off x="0" y="1"/>
            <a:ext cx="2083606" cy="561600"/>
          </a:xfrm>
          <a:prstGeom prst="rect">
            <a:avLst/>
          </a:prstGeom>
          <a:noFill/>
          <a:ln>
            <a:noFill/>
          </a:ln>
        </p:spPr>
      </p:pic>
      <p:sp>
        <p:nvSpPr>
          <p:cNvPr id="320" name="Google Shape;320;g10ffcfe181b_2_14"/>
          <p:cNvSpPr/>
          <p:nvPr/>
        </p:nvSpPr>
        <p:spPr>
          <a:xfrm>
            <a:off x="823399" y="1495449"/>
            <a:ext cx="4744200" cy="1579800"/>
          </a:xfrm>
          <a:prstGeom prst="roundRect">
            <a:avLst>
              <a:gd fmla="val 7106" name="adj"/>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21" name="Google Shape;321;g10ffcfe181b_2_14"/>
          <p:cNvSpPr txBox="1"/>
          <p:nvPr/>
        </p:nvSpPr>
        <p:spPr>
          <a:xfrm>
            <a:off x="1519850" y="1721950"/>
            <a:ext cx="3924300" cy="1126800"/>
          </a:xfrm>
          <a:prstGeom prst="rect">
            <a:avLst/>
          </a:prstGeom>
          <a:noFill/>
          <a:ln>
            <a:noFill/>
          </a:ln>
        </p:spPr>
        <p:txBody>
          <a:bodyPr anchorCtr="0" anchor="t" bIns="91425" lIns="91425" spcFirstLastPara="1" rIns="91425" wrap="square" tIns="91425">
            <a:spAutoFit/>
          </a:bodyPr>
          <a:lstStyle/>
          <a:p>
            <a:pPr indent="0" lvl="0" marL="0" marR="0" rtl="0" algn="l">
              <a:lnSpc>
                <a:spcPct val="120000"/>
              </a:lnSpc>
              <a:spcBef>
                <a:spcPts val="2400"/>
              </a:spcBef>
              <a:spcAft>
                <a:spcPts val="600"/>
              </a:spcAft>
              <a:buClr>
                <a:schemeClr val="dk1"/>
              </a:buClr>
              <a:buSzPts val="1100"/>
              <a:buFont typeface="Arial"/>
              <a:buNone/>
            </a:pPr>
            <a:r>
              <a:rPr b="0" i="0" lang="en-US" sz="1800" u="none" cap="none" strike="noStrike">
                <a:solidFill>
                  <a:schemeClr val="lt1"/>
                </a:solidFill>
                <a:highlight>
                  <a:srgbClr val="002060"/>
                </a:highlight>
                <a:latin typeface="Calibri"/>
                <a:ea typeface="Calibri"/>
                <a:cs typeface="Calibri"/>
                <a:sym typeface="Calibri"/>
              </a:rPr>
              <a:t>Berlin Commissioner for Data Protection Imposes Fine on Real Estate Company (14.5 million Euros)</a:t>
            </a:r>
            <a:endParaRPr b="0" i="0" sz="1400" u="none" cap="none" strike="noStrike">
              <a:solidFill>
                <a:schemeClr val="lt1"/>
              </a:solidFill>
              <a:highlight>
                <a:srgbClr val="002060"/>
              </a:highlight>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326" name="Shape 326"/>
        <p:cNvGrpSpPr/>
        <p:nvPr/>
      </p:nvGrpSpPr>
      <p:grpSpPr>
        <a:xfrm>
          <a:off x="0" y="0"/>
          <a:ext cx="0" cy="0"/>
          <a:chOff x="0" y="0"/>
          <a:chExt cx="0" cy="0"/>
        </a:xfrm>
      </p:grpSpPr>
      <p:sp>
        <p:nvSpPr>
          <p:cNvPr id="327" name="Google Shape;327;g10ffcfe181b_3_0"/>
          <p:cNvSpPr/>
          <p:nvPr/>
        </p:nvSpPr>
        <p:spPr>
          <a:xfrm>
            <a:off x="1870500" y="1237475"/>
            <a:ext cx="5982000" cy="3294300"/>
          </a:xfrm>
          <a:prstGeom prst="roundRect">
            <a:avLst>
              <a:gd fmla="val 17819" name="adj"/>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28" name="Google Shape;328;g10ffcfe181b_3_0"/>
          <p:cNvSpPr txBox="1"/>
          <p:nvPr/>
        </p:nvSpPr>
        <p:spPr>
          <a:xfrm>
            <a:off x="2307310" y="929663"/>
            <a:ext cx="423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9" name="Google Shape;329;g10ffcfe181b_3_0"/>
          <p:cNvSpPr txBox="1"/>
          <p:nvPr/>
        </p:nvSpPr>
        <p:spPr>
          <a:xfrm>
            <a:off x="314575" y="733475"/>
            <a:ext cx="8525400" cy="50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75"/>
              <a:buFont typeface="Arial"/>
              <a:buNone/>
            </a:pPr>
            <a:r>
              <a:rPr b="1" i="0" lang="en-US" sz="2575" u="none" cap="none" strike="noStrike">
                <a:solidFill>
                  <a:srgbClr val="372154"/>
                </a:solidFill>
                <a:latin typeface="Calibri"/>
                <a:ea typeface="Calibri"/>
                <a:cs typeface="Calibri"/>
                <a:sym typeface="Calibri"/>
              </a:rPr>
              <a:t>Use supporting tools and documents</a:t>
            </a:r>
            <a:r>
              <a:rPr b="1" i="0" lang="en-US" sz="2675" u="none" cap="none" strike="noStrike">
                <a:solidFill>
                  <a:srgbClr val="372154"/>
                </a:solidFill>
                <a:latin typeface="Calibri"/>
                <a:ea typeface="Calibri"/>
                <a:cs typeface="Calibri"/>
                <a:sym typeface="Calibri"/>
              </a:rPr>
              <a:t>…..</a:t>
            </a:r>
            <a:endParaRPr b="1" i="0" sz="1600" u="none" cap="none" strike="noStrike">
              <a:solidFill>
                <a:srgbClr val="000000"/>
              </a:solidFill>
              <a:latin typeface="Calibri"/>
              <a:ea typeface="Calibri"/>
              <a:cs typeface="Calibri"/>
              <a:sym typeface="Calibri"/>
            </a:endParaRPr>
          </a:p>
        </p:txBody>
      </p:sp>
      <p:pic>
        <p:nvPicPr>
          <p:cNvPr id="330" name="Google Shape;330;g10ffcfe181b_3_0"/>
          <p:cNvPicPr preferRelativeResize="0"/>
          <p:nvPr/>
        </p:nvPicPr>
        <p:blipFill rotWithShape="1">
          <a:blip r:embed="rId3">
            <a:alphaModFix/>
          </a:blip>
          <a:srcRect b="0" l="0" r="0" t="0"/>
          <a:stretch/>
        </p:blipFill>
        <p:spPr>
          <a:xfrm>
            <a:off x="0" y="1"/>
            <a:ext cx="2083606" cy="561600"/>
          </a:xfrm>
          <a:prstGeom prst="rect">
            <a:avLst/>
          </a:prstGeom>
          <a:noFill/>
          <a:ln>
            <a:noFill/>
          </a:ln>
        </p:spPr>
      </p:pic>
      <p:sp>
        <p:nvSpPr>
          <p:cNvPr id="331" name="Google Shape;331;g10ffcfe181b_3_0"/>
          <p:cNvSpPr txBox="1"/>
          <p:nvPr/>
        </p:nvSpPr>
        <p:spPr>
          <a:xfrm>
            <a:off x="3180225" y="1425425"/>
            <a:ext cx="4432200" cy="29184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highlight>
                <a:schemeClr val="accent1"/>
              </a:highlight>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sng" cap="none" strike="noStrike">
                <a:solidFill>
                  <a:schemeClr val="lt1"/>
                </a:solidFill>
                <a:latin typeface="Calibri"/>
                <a:ea typeface="Calibri"/>
                <a:cs typeface="Calibri"/>
                <a:sym typeface="Calibri"/>
                <a:hlinkClick r:id="rId4">
                  <a:extLst>
                    <a:ext uri="{A12FA001-AC4F-418D-AE19-62706E023703}">
                      <ahyp:hlinkClr val="tx"/>
                    </a:ext>
                  </a:extLst>
                </a:hlinkClick>
              </a:rPr>
              <a:t>Information Records and Management Service (IRMS)</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lang="en-US" sz="1200">
                <a:solidFill>
                  <a:schemeClr val="lt1"/>
                </a:solidFill>
                <a:latin typeface="Calibri"/>
                <a:ea typeface="Calibri"/>
                <a:cs typeface="Calibri"/>
                <a:sym typeface="Calibri"/>
              </a:rPr>
              <a:t>Gov.uk guidance - </a:t>
            </a:r>
            <a:r>
              <a:rPr b="0" i="0" lang="en-US" sz="1200" u="none" cap="none" strike="noStrike">
                <a:solidFill>
                  <a:schemeClr val="lt1"/>
                </a:solidFill>
                <a:latin typeface="Calibri"/>
                <a:ea typeface="Calibri"/>
                <a:cs typeface="Calibri"/>
                <a:sym typeface="Calibri"/>
              </a:rPr>
              <a:t> data </a:t>
            </a:r>
            <a:r>
              <a:rPr lang="en-US" sz="1200">
                <a:solidFill>
                  <a:schemeClr val="lt1"/>
                </a:solidFill>
                <a:latin typeface="Calibri"/>
                <a:ea typeface="Calibri"/>
                <a:cs typeface="Calibri"/>
                <a:sym typeface="Calibri"/>
              </a:rPr>
              <a:t>retention </a:t>
            </a:r>
            <a:r>
              <a:rPr b="0" i="0" lang="en-US" sz="1200" u="sng" cap="none" strike="noStrike">
                <a:solidFill>
                  <a:schemeClr val="hlink"/>
                </a:solidFill>
                <a:latin typeface="Calibri"/>
                <a:ea typeface="Calibri"/>
                <a:cs typeface="Calibri"/>
                <a:sym typeface="Calibri"/>
                <a:hlinkClick r:id="rId5"/>
              </a:rPr>
              <a:t>toolkit for schools</a:t>
            </a:r>
            <a:r>
              <a:rPr b="0" i="0" lang="en-US" sz="1200" u="none" cap="none" strike="noStrike">
                <a:solidFill>
                  <a:schemeClr val="lt1"/>
                </a:solidFill>
                <a:latin typeface="Calibri"/>
                <a:ea typeface="Calibri"/>
                <a:cs typeface="Calibri"/>
                <a:sym typeface="Calibri"/>
              </a:rPr>
              <a:t> and annual review of school data checklist</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DPE’s data retention and </a:t>
            </a:r>
            <a:r>
              <a:rPr b="0" i="0" lang="en-US" sz="1200" u="sng" cap="none" strike="noStrike">
                <a:solidFill>
                  <a:schemeClr val="lt1"/>
                </a:solidFill>
                <a:latin typeface="Calibri"/>
                <a:ea typeface="Calibri"/>
                <a:cs typeface="Calibri"/>
                <a:sym typeface="Calibri"/>
                <a:hlinkClick r:id="rId6">
                  <a:extLst>
                    <a:ext uri="{A12FA001-AC4F-418D-AE19-62706E023703}">
                      <ahyp:hlinkClr val="tx"/>
                    </a:ext>
                  </a:extLst>
                </a:hlinkClick>
              </a:rPr>
              <a:t>record management </a:t>
            </a:r>
            <a:r>
              <a:rPr b="0" i="0" lang="en-US" sz="1200" u="none" cap="none" strike="noStrike">
                <a:solidFill>
                  <a:schemeClr val="lt1"/>
                </a:solidFill>
                <a:latin typeface="Calibri"/>
                <a:ea typeface="Calibri"/>
                <a:cs typeface="Calibri"/>
                <a:sym typeface="Calibri"/>
              </a:rPr>
              <a:t>best practice area and records management policy</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DPE’s </a:t>
            </a:r>
            <a:r>
              <a:rPr b="0" i="0" lang="en-US" sz="1200" u="sng" cap="none" strike="noStrike">
                <a:solidFill>
                  <a:schemeClr val="lt1"/>
                </a:solidFill>
                <a:latin typeface="Calibri"/>
                <a:ea typeface="Calibri"/>
                <a:cs typeface="Calibri"/>
                <a:sym typeface="Calibri"/>
                <a:hlinkClick r:id="rId7">
                  <a:extLst>
                    <a:ext uri="{A12FA001-AC4F-418D-AE19-62706E023703}">
                      <ahyp:hlinkClr val="tx"/>
                    </a:ext>
                  </a:extLst>
                </a:hlinkClick>
              </a:rPr>
              <a:t>Record of Processing (RoP)</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Privacy notice - third party/supplier list</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Laws and regulations (for example, financial regulations and handbooks and limitations act: </a:t>
            </a:r>
            <a:r>
              <a:rPr b="0" i="0" lang="en-US" sz="1200" u="sng" cap="none" strike="noStrike">
                <a:solidFill>
                  <a:schemeClr val="lt1"/>
                </a:solidFill>
                <a:latin typeface="Calibri"/>
                <a:ea typeface="Calibri"/>
                <a:cs typeface="Calibri"/>
                <a:sym typeface="Calibri"/>
                <a:hlinkClick r:id="rId8">
                  <a:extLst>
                    <a:ext uri="{A12FA001-AC4F-418D-AE19-62706E023703}">
                      <ahyp:hlinkClr val="tx"/>
                    </a:ext>
                  </a:extLst>
                </a:hlinkClick>
              </a:rPr>
              <a:t>https://www.legislation.gov.uk/ukpga/1980/58</a:t>
            </a:r>
            <a:r>
              <a:rPr b="0" i="0" lang="en-US" sz="1200" u="none" cap="none" strike="noStrike">
                <a:solidFill>
                  <a:schemeClr val="lt1"/>
                </a:solidFill>
                <a:latin typeface="Calibri"/>
                <a:ea typeface="Calibri"/>
                <a:cs typeface="Calibri"/>
                <a:sym typeface="Calibri"/>
              </a:rPr>
              <a:t> /legislation: </a:t>
            </a:r>
            <a:r>
              <a:rPr b="0" i="0" lang="en-US" sz="1200" u="sng" cap="none" strike="noStrike">
                <a:solidFill>
                  <a:schemeClr val="lt1"/>
                </a:solidFill>
                <a:latin typeface="Calibri"/>
                <a:ea typeface="Calibri"/>
                <a:cs typeface="Calibri"/>
                <a:sym typeface="Calibri"/>
                <a:hlinkClick r:id="rId9">
                  <a:extLst>
                    <a:ext uri="{A12FA001-AC4F-418D-AE19-62706E023703}">
                      <ahyp:hlinkClr val="tx"/>
                    </a:ext>
                  </a:extLst>
                </a:hlinkClick>
              </a:rPr>
              <a:t>https://www.legislation.gov.uk/uksi/2021/833/contents/made</a:t>
            </a:r>
            <a:r>
              <a:rPr b="0" i="0" lang="en-US" sz="1200" u="none" cap="none" strike="noStrike">
                <a:solidFill>
                  <a:schemeClr val="lt1"/>
                </a:solidFill>
                <a:latin typeface="Calibri"/>
                <a:ea typeface="Calibri"/>
                <a:cs typeface="Calibri"/>
                <a:sym typeface="Calibri"/>
              </a:rPr>
              <a:t> )</a:t>
            </a:r>
            <a:endParaRPr b="0" i="0" sz="1200" u="none" cap="none" strike="noStrike">
              <a:solidFill>
                <a:schemeClr val="lt1"/>
              </a:solidFill>
              <a:latin typeface="Calibri"/>
              <a:ea typeface="Calibri"/>
              <a:cs typeface="Calibri"/>
              <a:sym typeface="Calibri"/>
            </a:endParaRPr>
          </a:p>
        </p:txBody>
      </p:sp>
      <p:sp>
        <p:nvSpPr>
          <p:cNvPr id="332" name="Google Shape;332;g10ffcfe181b_3_0"/>
          <p:cNvSpPr/>
          <p:nvPr/>
        </p:nvSpPr>
        <p:spPr>
          <a:xfrm>
            <a:off x="78825" y="1237474"/>
            <a:ext cx="3321600" cy="12300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304800" lvl="0" marL="457200" marR="0" rtl="0" algn="l">
              <a:lnSpc>
                <a:spcPct val="115000"/>
              </a:lnSpc>
              <a:spcBef>
                <a:spcPts val="0"/>
              </a:spcBef>
              <a:spcAft>
                <a:spcPts val="0"/>
              </a:spcAft>
              <a:buClr>
                <a:schemeClr val="lt1"/>
              </a:buClr>
              <a:buSzPts val="1200"/>
              <a:buFont typeface="Calibri"/>
              <a:buChar char="●"/>
            </a:pPr>
            <a:r>
              <a:rPr b="0" i="0" lang="en-US" sz="1200" u="sng" cap="none" strike="noStrike">
                <a:solidFill>
                  <a:schemeClr val="lt1"/>
                </a:solidFill>
                <a:latin typeface="Calibri"/>
                <a:ea typeface="Calibri"/>
                <a:cs typeface="Calibri"/>
                <a:sym typeface="Calibri"/>
                <a:hlinkClick r:id="rId10">
                  <a:extLst>
                    <a:ext uri="{A12FA001-AC4F-418D-AE19-62706E023703}">
                      <ahyp:hlinkClr val="tx"/>
                    </a:ext>
                  </a:extLst>
                </a:hlinkClick>
              </a:rPr>
              <a:t>Microsoft retention tools</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sng" cap="none" strike="noStrike">
                <a:solidFill>
                  <a:schemeClr val="lt1"/>
                </a:solidFill>
                <a:latin typeface="Calibri"/>
                <a:ea typeface="Calibri"/>
                <a:cs typeface="Calibri"/>
                <a:sym typeface="Calibri"/>
                <a:hlinkClick r:id="rId11">
                  <a:extLst>
                    <a:ext uri="{A12FA001-AC4F-418D-AE19-62706E023703}">
                      <ahyp:hlinkClr val="tx"/>
                    </a:ext>
                  </a:extLst>
                </a:hlinkClick>
              </a:rPr>
              <a:t>Google retention tools</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sng" cap="none" strike="noStrike">
                <a:solidFill>
                  <a:schemeClr val="lt1"/>
                </a:solidFill>
                <a:latin typeface="Calibri"/>
                <a:ea typeface="Calibri"/>
                <a:cs typeface="Calibri"/>
                <a:sym typeface="Calibri"/>
                <a:hlinkClick r:id="rId12">
                  <a:extLst>
                    <a:ext uri="{A12FA001-AC4F-418D-AE19-62706E023703}">
                      <ahyp:hlinkClr val="tx"/>
                    </a:ext>
                  </a:extLst>
                </a:hlinkClick>
              </a:rPr>
              <a:t>MIS retention tools</a:t>
            </a:r>
            <a:endParaRPr b="0" i="0" sz="1200" u="none" cap="none" strike="noStrike">
              <a:solidFill>
                <a:schemeClr val="lt1"/>
              </a:solidFill>
              <a:latin typeface="Calibri"/>
              <a:ea typeface="Calibri"/>
              <a:cs typeface="Calibri"/>
              <a:sym typeface="Calibri"/>
            </a:endParaRPr>
          </a:p>
          <a:p>
            <a:pPr indent="-304800" lvl="0" marL="457200" marR="0" rtl="0" algn="l">
              <a:lnSpc>
                <a:spcPct val="115000"/>
              </a:lnSpc>
              <a:spcBef>
                <a:spcPts val="0"/>
              </a:spcBef>
              <a:spcAft>
                <a:spcPts val="0"/>
              </a:spcAft>
              <a:buClr>
                <a:schemeClr val="lt1"/>
              </a:buClr>
              <a:buSzPts val="1200"/>
              <a:buFont typeface="Calibri"/>
              <a:buChar char="●"/>
            </a:pPr>
            <a:r>
              <a:rPr b="0" i="0" lang="en-US" sz="1200" u="none" cap="none" strike="noStrike">
                <a:solidFill>
                  <a:schemeClr val="lt1"/>
                </a:solidFill>
                <a:latin typeface="Calibri"/>
                <a:ea typeface="Calibri"/>
                <a:cs typeface="Calibri"/>
                <a:sym typeface="Calibri"/>
              </a:rPr>
              <a:t>Network scanning and retention tools department</a:t>
            </a:r>
            <a:endParaRPr b="0" i="0" sz="12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33" name="Google Shape;333;g10ffcfe181b_3_0"/>
          <p:cNvSpPr/>
          <p:nvPr/>
        </p:nvSpPr>
        <p:spPr>
          <a:xfrm>
            <a:off x="6544505" y="404156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334" name="Google Shape;334;g10ffcfe181b_3_0"/>
          <p:cNvSpPr txBox="1"/>
          <p:nvPr/>
        </p:nvSpPr>
        <p:spPr>
          <a:xfrm>
            <a:off x="6780800" y="4300924"/>
            <a:ext cx="1797000" cy="2040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Lets take a closer look</a:t>
            </a:r>
            <a:endParaRPr b="1" i="0" sz="1100" u="none" cap="none" strike="noStrike">
              <a:solidFill>
                <a:srgbClr val="002060"/>
              </a:solidFill>
              <a:latin typeface="Open Sans"/>
              <a:ea typeface="Open Sans"/>
              <a:cs typeface="Open Sans"/>
              <a:sym typeface="Open Sans"/>
            </a:endParaRPr>
          </a:p>
        </p:txBody>
      </p:sp>
      <p:sp>
        <p:nvSpPr>
          <p:cNvPr id="335" name="Google Shape;335;g10ffcfe181b_3_0"/>
          <p:cNvSpPr/>
          <p:nvPr/>
        </p:nvSpPr>
        <p:spPr>
          <a:xfrm>
            <a:off x="8577808" y="418452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340" name="Shape 340"/>
        <p:cNvGrpSpPr/>
        <p:nvPr/>
      </p:nvGrpSpPr>
      <p:grpSpPr>
        <a:xfrm>
          <a:off x="0" y="0"/>
          <a:ext cx="0" cy="0"/>
          <a:chOff x="0" y="0"/>
          <a:chExt cx="0" cy="0"/>
        </a:xfrm>
      </p:grpSpPr>
      <p:sp>
        <p:nvSpPr>
          <p:cNvPr id="341" name="Google Shape;341;g1116e7bdb0d_0_4"/>
          <p:cNvSpPr txBox="1"/>
          <p:nvPr/>
        </p:nvSpPr>
        <p:spPr>
          <a:xfrm>
            <a:off x="2307310" y="929663"/>
            <a:ext cx="423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2" name="Google Shape;342;g1116e7bdb0d_0_4"/>
          <p:cNvSpPr txBox="1"/>
          <p:nvPr/>
        </p:nvSpPr>
        <p:spPr>
          <a:xfrm>
            <a:off x="3578751" y="862300"/>
            <a:ext cx="5428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75"/>
              <a:buFont typeface="Arial"/>
              <a:buNone/>
            </a:pPr>
            <a:r>
              <a:t/>
            </a:r>
            <a:endParaRPr b="1" i="0" sz="1600" u="none" cap="none" strike="noStrike">
              <a:solidFill>
                <a:srgbClr val="000000"/>
              </a:solidFill>
              <a:latin typeface="Calibri"/>
              <a:ea typeface="Calibri"/>
              <a:cs typeface="Calibri"/>
              <a:sym typeface="Calibri"/>
            </a:endParaRPr>
          </a:p>
        </p:txBody>
      </p:sp>
      <p:pic>
        <p:nvPicPr>
          <p:cNvPr id="343" name="Google Shape;343;g1116e7bdb0d_0_4"/>
          <p:cNvPicPr preferRelativeResize="0"/>
          <p:nvPr/>
        </p:nvPicPr>
        <p:blipFill rotWithShape="1">
          <a:blip r:embed="rId3">
            <a:alphaModFix/>
          </a:blip>
          <a:srcRect b="0" l="0" r="0" t="0"/>
          <a:stretch/>
        </p:blipFill>
        <p:spPr>
          <a:xfrm>
            <a:off x="0" y="1"/>
            <a:ext cx="2083606" cy="561600"/>
          </a:xfrm>
          <a:prstGeom prst="rect">
            <a:avLst/>
          </a:prstGeom>
          <a:noFill/>
          <a:ln>
            <a:noFill/>
          </a:ln>
        </p:spPr>
      </p:pic>
      <p:sp>
        <p:nvSpPr>
          <p:cNvPr id="344" name="Google Shape;344;g1116e7bdb0d_0_4"/>
          <p:cNvSpPr txBox="1"/>
          <p:nvPr/>
        </p:nvSpPr>
        <p:spPr>
          <a:xfrm>
            <a:off x="742150" y="385438"/>
            <a:ext cx="7886700" cy="9939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575"/>
              <a:buFont typeface="Arial"/>
              <a:buNone/>
            </a:pPr>
            <a:r>
              <a:rPr b="1" i="0" lang="en-US" sz="2575" u="none" cap="none" strike="noStrike">
                <a:solidFill>
                  <a:srgbClr val="372154"/>
                </a:solidFill>
                <a:latin typeface="Calibri"/>
                <a:ea typeface="Calibri"/>
                <a:cs typeface="Calibri"/>
                <a:sym typeface="Calibri"/>
              </a:rPr>
              <a:t>Use supporting tools and documents with your plan</a:t>
            </a:r>
            <a:r>
              <a:rPr b="1" i="0" lang="en-US" sz="2000" u="none" cap="none" strike="noStrike">
                <a:solidFill>
                  <a:srgbClr val="000000"/>
                </a:solidFill>
                <a:latin typeface="Calibri"/>
                <a:ea typeface="Calibri"/>
                <a:cs typeface="Calibri"/>
                <a:sym typeface="Calibri"/>
              </a:rPr>
              <a:t>…</a:t>
            </a:r>
            <a:endParaRPr b="1" i="0" sz="2000" u="none" cap="none" strike="noStrike">
              <a:solidFill>
                <a:srgbClr val="000000"/>
              </a:solidFill>
              <a:latin typeface="Calibri"/>
              <a:ea typeface="Calibri"/>
              <a:cs typeface="Calibri"/>
              <a:sym typeface="Calibri"/>
            </a:endParaRPr>
          </a:p>
        </p:txBody>
      </p:sp>
      <p:sp>
        <p:nvSpPr>
          <p:cNvPr id="345" name="Google Shape;345;g1116e7bdb0d_0_4"/>
          <p:cNvSpPr txBox="1"/>
          <p:nvPr/>
        </p:nvSpPr>
        <p:spPr>
          <a:xfrm>
            <a:off x="1133200" y="3045000"/>
            <a:ext cx="233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6" name="Google Shape;346;g1116e7bdb0d_0_4"/>
          <p:cNvSpPr txBox="1"/>
          <p:nvPr/>
        </p:nvSpPr>
        <p:spPr>
          <a:xfrm>
            <a:off x="928025" y="1588675"/>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7" name="Google Shape;347;g1116e7bdb0d_0_4"/>
          <p:cNvSpPr txBox="1"/>
          <p:nvPr/>
        </p:nvSpPr>
        <p:spPr>
          <a:xfrm>
            <a:off x="1080425" y="1741075"/>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8" name="Google Shape;348;g1116e7bdb0d_0_4"/>
          <p:cNvSpPr txBox="1"/>
          <p:nvPr/>
        </p:nvSpPr>
        <p:spPr>
          <a:xfrm>
            <a:off x="1232825" y="1893475"/>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9" name="Google Shape;349;g1116e7bdb0d_0_4"/>
          <p:cNvSpPr txBox="1"/>
          <p:nvPr/>
        </p:nvSpPr>
        <p:spPr>
          <a:xfrm>
            <a:off x="1080425" y="1603200"/>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0" name="Google Shape;350;g1116e7bdb0d_0_4"/>
          <p:cNvSpPr txBox="1"/>
          <p:nvPr/>
        </p:nvSpPr>
        <p:spPr>
          <a:xfrm>
            <a:off x="1232825" y="1755600"/>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1" name="Google Shape;351;g1116e7bdb0d_0_4"/>
          <p:cNvSpPr txBox="1"/>
          <p:nvPr/>
        </p:nvSpPr>
        <p:spPr>
          <a:xfrm>
            <a:off x="4955800" y="1741075"/>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2" name="Google Shape;352;g1116e7bdb0d_0_4"/>
          <p:cNvSpPr txBox="1"/>
          <p:nvPr/>
        </p:nvSpPr>
        <p:spPr>
          <a:xfrm>
            <a:off x="5108200" y="1893475"/>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3" name="Google Shape;353;g1116e7bdb0d_0_4"/>
          <p:cNvSpPr txBox="1"/>
          <p:nvPr/>
        </p:nvSpPr>
        <p:spPr>
          <a:xfrm>
            <a:off x="3027050" y="1755600"/>
            <a:ext cx="226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354" name="Google Shape;354;g1116e7bdb0d_0_4"/>
          <p:cNvPicPr preferRelativeResize="0"/>
          <p:nvPr/>
        </p:nvPicPr>
        <p:blipFill rotWithShape="1">
          <a:blip r:embed="rId4">
            <a:alphaModFix/>
          </a:blip>
          <a:srcRect b="0" l="0" r="0" t="0"/>
          <a:stretch/>
        </p:blipFill>
        <p:spPr>
          <a:xfrm>
            <a:off x="1410726" y="1201000"/>
            <a:ext cx="5297750" cy="3663336"/>
          </a:xfrm>
          <a:prstGeom prst="rect">
            <a:avLst/>
          </a:prstGeom>
          <a:noFill/>
          <a:ln>
            <a:noFill/>
          </a:ln>
        </p:spPr>
      </p:pic>
      <p:pic>
        <p:nvPicPr>
          <p:cNvPr id="355" name="Google Shape;355;g1116e7bdb0d_0_4"/>
          <p:cNvPicPr preferRelativeResize="0"/>
          <p:nvPr/>
        </p:nvPicPr>
        <p:blipFill rotWithShape="1">
          <a:blip r:embed="rId5">
            <a:alphaModFix/>
          </a:blip>
          <a:srcRect b="0" l="0" r="0" t="0"/>
          <a:stretch/>
        </p:blipFill>
        <p:spPr>
          <a:xfrm>
            <a:off x="1940450" y="1055575"/>
            <a:ext cx="3971925" cy="1800225"/>
          </a:xfrm>
          <a:prstGeom prst="rect">
            <a:avLst/>
          </a:prstGeom>
          <a:noFill/>
          <a:ln>
            <a:noFill/>
          </a:ln>
        </p:spPr>
      </p:pic>
      <p:pic>
        <p:nvPicPr>
          <p:cNvPr id="356" name="Google Shape;356;g1116e7bdb0d_0_4"/>
          <p:cNvPicPr preferRelativeResize="0"/>
          <p:nvPr/>
        </p:nvPicPr>
        <p:blipFill rotWithShape="1">
          <a:blip r:embed="rId6">
            <a:alphaModFix/>
          </a:blip>
          <a:srcRect b="0" l="0" r="0" t="0"/>
          <a:stretch/>
        </p:blipFill>
        <p:spPr>
          <a:xfrm>
            <a:off x="4052488" y="1379350"/>
            <a:ext cx="4657725" cy="3581400"/>
          </a:xfrm>
          <a:prstGeom prst="rect">
            <a:avLst/>
          </a:prstGeom>
          <a:noFill/>
          <a:ln>
            <a:noFill/>
          </a:ln>
        </p:spPr>
      </p:pic>
      <p:pic>
        <p:nvPicPr>
          <p:cNvPr id="357" name="Google Shape;357;g1116e7bdb0d_0_4"/>
          <p:cNvPicPr preferRelativeResize="0"/>
          <p:nvPr/>
        </p:nvPicPr>
        <p:blipFill rotWithShape="1">
          <a:blip r:embed="rId7">
            <a:alphaModFix/>
          </a:blip>
          <a:srcRect b="0" l="0" r="0" t="0"/>
          <a:stretch/>
        </p:blipFill>
        <p:spPr>
          <a:xfrm>
            <a:off x="370375" y="1680047"/>
            <a:ext cx="5083193" cy="2364100"/>
          </a:xfrm>
          <a:prstGeom prst="rect">
            <a:avLst/>
          </a:prstGeom>
          <a:noFill/>
          <a:ln>
            <a:noFill/>
          </a:ln>
        </p:spPr>
      </p:pic>
      <p:pic>
        <p:nvPicPr>
          <p:cNvPr id="358" name="Google Shape;358;g1116e7bdb0d_0_4"/>
          <p:cNvPicPr preferRelativeResize="0"/>
          <p:nvPr/>
        </p:nvPicPr>
        <p:blipFill rotWithShape="1">
          <a:blip r:embed="rId8">
            <a:alphaModFix/>
          </a:blip>
          <a:srcRect b="0" l="0" r="0" t="0"/>
          <a:stretch/>
        </p:blipFill>
        <p:spPr>
          <a:xfrm>
            <a:off x="4508439" y="2446387"/>
            <a:ext cx="2130724" cy="25143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363" name="Shape 363"/>
        <p:cNvGrpSpPr/>
        <p:nvPr/>
      </p:nvGrpSpPr>
      <p:grpSpPr>
        <a:xfrm>
          <a:off x="0" y="0"/>
          <a:ext cx="0" cy="0"/>
          <a:chOff x="0" y="0"/>
          <a:chExt cx="0" cy="0"/>
        </a:xfrm>
      </p:grpSpPr>
      <p:grpSp>
        <p:nvGrpSpPr>
          <p:cNvPr id="364" name="Google Shape;364;p11"/>
          <p:cNvGrpSpPr/>
          <p:nvPr/>
        </p:nvGrpSpPr>
        <p:grpSpPr>
          <a:xfrm>
            <a:off x="282584" y="1526331"/>
            <a:ext cx="1385100" cy="1143227"/>
            <a:chOff x="282584" y="1526331"/>
            <a:chExt cx="1385100" cy="1143227"/>
          </a:xfrm>
        </p:grpSpPr>
        <p:grpSp>
          <p:nvGrpSpPr>
            <p:cNvPr id="365" name="Google Shape;365;p11"/>
            <p:cNvGrpSpPr/>
            <p:nvPr/>
          </p:nvGrpSpPr>
          <p:grpSpPr>
            <a:xfrm rot="5400000">
              <a:off x="379849" y="1459782"/>
              <a:ext cx="1143227" cy="1276324"/>
              <a:chOff x="12587709" y="5545180"/>
              <a:chExt cx="6825344" cy="4057921"/>
            </a:xfrm>
          </p:grpSpPr>
          <p:sp>
            <p:nvSpPr>
              <p:cNvPr id="366" name="Google Shape;36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67" name="Google Shape;36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68" name="Google Shape;36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69" name="Google Shape;36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70" name="Google Shape;37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71" name="Google Shape;37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72" name="Google Shape;37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373" name="Google Shape;373;p11"/>
            <p:cNvSpPr txBox="1"/>
            <p:nvPr/>
          </p:nvSpPr>
          <p:spPr>
            <a:xfrm>
              <a:off x="282584" y="1850338"/>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Website</a:t>
              </a:r>
              <a:endParaRPr b="1" i="0" sz="1150" u="none" cap="none" strike="noStrike">
                <a:solidFill>
                  <a:schemeClr val="lt1"/>
                </a:solidFill>
                <a:latin typeface="Calibri"/>
                <a:ea typeface="Calibri"/>
                <a:cs typeface="Calibri"/>
                <a:sym typeface="Calibri"/>
              </a:endParaRPr>
            </a:p>
          </p:txBody>
        </p:sp>
      </p:grpSp>
      <p:grpSp>
        <p:nvGrpSpPr>
          <p:cNvPr id="374" name="Google Shape;374;p11"/>
          <p:cNvGrpSpPr/>
          <p:nvPr/>
        </p:nvGrpSpPr>
        <p:grpSpPr>
          <a:xfrm>
            <a:off x="2113787" y="1527745"/>
            <a:ext cx="1385100" cy="1143227"/>
            <a:chOff x="2113787" y="1527747"/>
            <a:chExt cx="1385100" cy="1143227"/>
          </a:xfrm>
        </p:grpSpPr>
        <p:grpSp>
          <p:nvGrpSpPr>
            <p:cNvPr id="375" name="Google Shape;375;p11"/>
            <p:cNvGrpSpPr/>
            <p:nvPr/>
          </p:nvGrpSpPr>
          <p:grpSpPr>
            <a:xfrm rot="5400000">
              <a:off x="2234722" y="1461198"/>
              <a:ext cx="1143227" cy="1276324"/>
              <a:chOff x="12587709" y="5545180"/>
              <a:chExt cx="6825344" cy="4057921"/>
            </a:xfrm>
          </p:grpSpPr>
          <p:sp>
            <p:nvSpPr>
              <p:cNvPr id="376" name="Google Shape;37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77" name="Google Shape;37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78" name="Google Shape;37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79" name="Google Shape;37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80" name="Google Shape;38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81" name="Google Shape;38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82" name="Google Shape;38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383" name="Google Shape;383;p11"/>
            <p:cNvSpPr txBox="1"/>
            <p:nvPr/>
          </p:nvSpPr>
          <p:spPr>
            <a:xfrm>
              <a:off x="2113787" y="1827813"/>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Physical documents</a:t>
              </a:r>
              <a:endParaRPr b="1" i="0" sz="1150" u="none" cap="none" strike="noStrike">
                <a:solidFill>
                  <a:schemeClr val="lt1"/>
                </a:solidFill>
                <a:latin typeface="Calibri"/>
                <a:ea typeface="Calibri"/>
                <a:cs typeface="Calibri"/>
                <a:sym typeface="Calibri"/>
              </a:endParaRPr>
            </a:p>
          </p:txBody>
        </p:sp>
      </p:grpSp>
      <p:grpSp>
        <p:nvGrpSpPr>
          <p:cNvPr id="384" name="Google Shape;384;p11"/>
          <p:cNvGrpSpPr/>
          <p:nvPr/>
        </p:nvGrpSpPr>
        <p:grpSpPr>
          <a:xfrm>
            <a:off x="3974657" y="1532388"/>
            <a:ext cx="1385100" cy="1143227"/>
            <a:chOff x="3974657" y="1532390"/>
            <a:chExt cx="1385100" cy="1143227"/>
          </a:xfrm>
        </p:grpSpPr>
        <p:grpSp>
          <p:nvGrpSpPr>
            <p:cNvPr id="385" name="Google Shape;385;p11"/>
            <p:cNvGrpSpPr/>
            <p:nvPr/>
          </p:nvGrpSpPr>
          <p:grpSpPr>
            <a:xfrm rot="5400000">
              <a:off x="4089594" y="1465841"/>
              <a:ext cx="1143227" cy="1276324"/>
              <a:chOff x="12587709" y="5545180"/>
              <a:chExt cx="6825344" cy="4057921"/>
            </a:xfrm>
          </p:grpSpPr>
          <p:sp>
            <p:nvSpPr>
              <p:cNvPr id="386" name="Google Shape;38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87" name="Google Shape;38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88" name="Google Shape;38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89" name="Google Shape;38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90" name="Google Shape;39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91" name="Google Shape;39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92" name="Google Shape;39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393" name="Google Shape;393;p11"/>
            <p:cNvSpPr txBox="1"/>
            <p:nvPr/>
          </p:nvSpPr>
          <p:spPr>
            <a:xfrm>
              <a:off x="3974657" y="1850954"/>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CLOUD</a:t>
              </a:r>
              <a:endParaRPr b="1" i="0" sz="1150" u="none" cap="none" strike="noStrike">
                <a:solidFill>
                  <a:schemeClr val="lt1"/>
                </a:solidFill>
                <a:latin typeface="Calibri"/>
                <a:ea typeface="Calibri"/>
                <a:cs typeface="Calibri"/>
                <a:sym typeface="Calibri"/>
              </a:endParaRPr>
            </a:p>
          </p:txBody>
        </p:sp>
      </p:grpSp>
      <p:grpSp>
        <p:nvGrpSpPr>
          <p:cNvPr id="394" name="Google Shape;394;p11"/>
          <p:cNvGrpSpPr/>
          <p:nvPr/>
        </p:nvGrpSpPr>
        <p:grpSpPr>
          <a:xfrm>
            <a:off x="5829530" y="1533806"/>
            <a:ext cx="1385100" cy="1143227"/>
            <a:chOff x="5829530" y="1533806"/>
            <a:chExt cx="1385100" cy="1143227"/>
          </a:xfrm>
        </p:grpSpPr>
        <p:grpSp>
          <p:nvGrpSpPr>
            <p:cNvPr id="395" name="Google Shape;395;p11"/>
            <p:cNvGrpSpPr/>
            <p:nvPr/>
          </p:nvGrpSpPr>
          <p:grpSpPr>
            <a:xfrm rot="5400000">
              <a:off x="5944466" y="1467258"/>
              <a:ext cx="1143227" cy="1276324"/>
              <a:chOff x="12587709" y="5545180"/>
              <a:chExt cx="6825344" cy="4057921"/>
            </a:xfrm>
          </p:grpSpPr>
          <p:sp>
            <p:nvSpPr>
              <p:cNvPr id="396" name="Google Shape;39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97" name="Google Shape;39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98" name="Google Shape;39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399" name="Google Shape;39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00" name="Google Shape;40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01" name="Google Shape;40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02" name="Google Shape;40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03" name="Google Shape;403;p11"/>
            <p:cNvSpPr txBox="1"/>
            <p:nvPr/>
          </p:nvSpPr>
          <p:spPr>
            <a:xfrm>
              <a:off x="5829530" y="1788832"/>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Network</a:t>
              </a:r>
              <a:endParaRPr b="1" i="0" sz="1150" u="none" cap="none" strike="noStrike">
                <a:solidFill>
                  <a:schemeClr val="lt1"/>
                </a:solidFill>
                <a:latin typeface="Calibri"/>
                <a:ea typeface="Calibri"/>
                <a:cs typeface="Calibri"/>
                <a:sym typeface="Calibri"/>
              </a:endParaRPr>
            </a:p>
          </p:txBody>
        </p:sp>
      </p:grpSp>
      <p:sp>
        <p:nvSpPr>
          <p:cNvPr id="404" name="Google Shape;404;p11"/>
          <p:cNvSpPr txBox="1"/>
          <p:nvPr/>
        </p:nvSpPr>
        <p:spPr>
          <a:xfrm>
            <a:off x="1192696" y="746442"/>
            <a:ext cx="7010400" cy="38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100"/>
              <a:buFont typeface="Arial"/>
              <a:buNone/>
            </a:pPr>
            <a:r>
              <a:rPr b="1" i="0" lang="en-US" sz="2100" u="none" cap="none" strike="noStrike">
                <a:solidFill>
                  <a:schemeClr val="dk1"/>
                </a:solidFill>
                <a:latin typeface="Calibri"/>
                <a:ea typeface="Calibri"/>
                <a:cs typeface="Calibri"/>
                <a:sym typeface="Calibri"/>
              </a:rPr>
              <a:t>Identifying where school data is held and different systems....</a:t>
            </a:r>
            <a:endParaRPr b="0" i="0" sz="200" u="none" cap="none" strike="noStrike">
              <a:solidFill>
                <a:srgbClr val="000000"/>
              </a:solidFill>
              <a:latin typeface="Calibri"/>
              <a:ea typeface="Calibri"/>
              <a:cs typeface="Calibri"/>
              <a:sym typeface="Calibri"/>
            </a:endParaRPr>
          </a:p>
        </p:txBody>
      </p:sp>
      <p:sp>
        <p:nvSpPr>
          <p:cNvPr id="405" name="Google Shape;405;p11"/>
          <p:cNvSpPr/>
          <p:nvPr/>
        </p:nvSpPr>
        <p:spPr>
          <a:xfrm rot="-599865">
            <a:off x="-226027" y="4335633"/>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406" name="Google Shape;406;p11"/>
          <p:cNvSpPr/>
          <p:nvPr/>
        </p:nvSpPr>
        <p:spPr>
          <a:xfrm rot="-600812">
            <a:off x="-265903" y="4718929"/>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407" name="Google Shape;407;p11"/>
          <p:cNvSpPr/>
          <p:nvPr/>
        </p:nvSpPr>
        <p:spPr>
          <a:xfrm rot="-599865">
            <a:off x="8447372" y="797261"/>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408" name="Google Shape;408;p11"/>
          <p:cNvSpPr/>
          <p:nvPr/>
        </p:nvSpPr>
        <p:spPr>
          <a:xfrm rot="-600812">
            <a:off x="8622788" y="1184811"/>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grpSp>
        <p:nvGrpSpPr>
          <p:cNvPr id="409" name="Google Shape;409;p11"/>
          <p:cNvGrpSpPr/>
          <p:nvPr/>
        </p:nvGrpSpPr>
        <p:grpSpPr>
          <a:xfrm>
            <a:off x="7584641" y="1473770"/>
            <a:ext cx="1385100" cy="1143227"/>
            <a:chOff x="7629566" y="1530933"/>
            <a:chExt cx="1385100" cy="1143227"/>
          </a:xfrm>
        </p:grpSpPr>
        <p:grpSp>
          <p:nvGrpSpPr>
            <p:cNvPr id="410" name="Google Shape;410;p11"/>
            <p:cNvGrpSpPr/>
            <p:nvPr/>
          </p:nvGrpSpPr>
          <p:grpSpPr>
            <a:xfrm rot="5400000">
              <a:off x="7744501" y="1464384"/>
              <a:ext cx="1143227" cy="1276324"/>
              <a:chOff x="12587709" y="5545180"/>
              <a:chExt cx="6825344" cy="4057921"/>
            </a:xfrm>
          </p:grpSpPr>
          <p:sp>
            <p:nvSpPr>
              <p:cNvPr id="411" name="Google Shape;411;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12" name="Google Shape;412;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13" name="Google Shape;413;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14" name="Google Shape;414;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15" name="Google Shape;415;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16" name="Google Shape;416;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17" name="Google Shape;417;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18" name="Google Shape;418;p11"/>
            <p:cNvSpPr txBox="1"/>
            <p:nvPr/>
          </p:nvSpPr>
          <p:spPr>
            <a:xfrm>
              <a:off x="7629566" y="1849497"/>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Local devices</a:t>
              </a:r>
              <a:endParaRPr b="1" i="0" sz="1150" u="none" cap="none" strike="noStrike">
                <a:solidFill>
                  <a:schemeClr val="lt1"/>
                </a:solidFill>
                <a:latin typeface="Calibri"/>
                <a:ea typeface="Calibri"/>
                <a:cs typeface="Calibri"/>
                <a:sym typeface="Calibri"/>
              </a:endParaRPr>
            </a:p>
          </p:txBody>
        </p:sp>
      </p:grpSp>
      <p:sp>
        <p:nvSpPr>
          <p:cNvPr id="419" name="Google Shape;419;p11"/>
          <p:cNvSpPr/>
          <p:nvPr/>
        </p:nvSpPr>
        <p:spPr>
          <a:xfrm>
            <a:off x="5917205" y="42712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420" name="Google Shape;420;p11"/>
          <p:cNvSpPr txBox="1"/>
          <p:nvPr/>
        </p:nvSpPr>
        <p:spPr>
          <a:xfrm>
            <a:off x="6513400" y="4354899"/>
            <a:ext cx="1797000" cy="3732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It was never going to be easy!</a:t>
            </a:r>
            <a:endParaRPr b="1" i="0" sz="1100" u="none" cap="none" strike="noStrike">
              <a:solidFill>
                <a:srgbClr val="002060"/>
              </a:solidFill>
              <a:latin typeface="Open Sans"/>
              <a:ea typeface="Open Sans"/>
              <a:cs typeface="Open Sans"/>
              <a:sym typeface="Open Sans"/>
            </a:endParaRPr>
          </a:p>
        </p:txBody>
      </p:sp>
      <p:sp>
        <p:nvSpPr>
          <p:cNvPr id="421" name="Google Shape;421;p11"/>
          <p:cNvSpPr/>
          <p:nvPr/>
        </p:nvSpPr>
        <p:spPr>
          <a:xfrm>
            <a:off x="8233083" y="42359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422" name="Google Shape;422;p11"/>
          <p:cNvPicPr preferRelativeResize="0"/>
          <p:nvPr/>
        </p:nvPicPr>
        <p:blipFill rotWithShape="1">
          <a:blip r:embed="rId3">
            <a:alphaModFix/>
          </a:blip>
          <a:srcRect b="0" l="0" r="0" t="0"/>
          <a:stretch/>
        </p:blipFill>
        <p:spPr>
          <a:xfrm>
            <a:off x="5898696" y="4364846"/>
            <a:ext cx="579125" cy="579125"/>
          </a:xfrm>
          <a:prstGeom prst="rect">
            <a:avLst/>
          </a:prstGeom>
          <a:noFill/>
          <a:ln>
            <a:noFill/>
          </a:ln>
        </p:spPr>
      </p:pic>
      <p:pic>
        <p:nvPicPr>
          <p:cNvPr id="423" name="Google Shape;423;p11"/>
          <p:cNvPicPr preferRelativeResize="0"/>
          <p:nvPr/>
        </p:nvPicPr>
        <p:blipFill rotWithShape="1">
          <a:blip r:embed="rId4">
            <a:alphaModFix/>
          </a:blip>
          <a:srcRect b="0" l="0" r="0" t="0"/>
          <a:stretch/>
        </p:blipFill>
        <p:spPr>
          <a:xfrm>
            <a:off x="0" y="1"/>
            <a:ext cx="2083606" cy="561600"/>
          </a:xfrm>
          <a:prstGeom prst="rect">
            <a:avLst/>
          </a:prstGeom>
          <a:noFill/>
          <a:ln>
            <a:noFill/>
          </a:ln>
        </p:spPr>
      </p:pic>
      <p:grpSp>
        <p:nvGrpSpPr>
          <p:cNvPr id="424" name="Google Shape;424;p11"/>
          <p:cNvGrpSpPr/>
          <p:nvPr/>
        </p:nvGrpSpPr>
        <p:grpSpPr>
          <a:xfrm>
            <a:off x="252891" y="2894552"/>
            <a:ext cx="1385100" cy="1143245"/>
            <a:chOff x="7629566" y="1530965"/>
            <a:chExt cx="1385100" cy="1143245"/>
          </a:xfrm>
        </p:grpSpPr>
        <p:grpSp>
          <p:nvGrpSpPr>
            <p:cNvPr id="425" name="Google Shape;425;p11"/>
            <p:cNvGrpSpPr/>
            <p:nvPr/>
          </p:nvGrpSpPr>
          <p:grpSpPr>
            <a:xfrm rot="5400000">
              <a:off x="7744693" y="1464480"/>
              <a:ext cx="1143245" cy="1276216"/>
              <a:chOff x="12587709" y="5545180"/>
              <a:chExt cx="6825344" cy="4057921"/>
            </a:xfrm>
          </p:grpSpPr>
          <p:sp>
            <p:nvSpPr>
              <p:cNvPr id="426" name="Google Shape;42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27" name="Google Shape;42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28" name="Google Shape;42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29" name="Google Shape;42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30" name="Google Shape;43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31" name="Google Shape;43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32" name="Google Shape;43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33" name="Google Shape;433;p11"/>
            <p:cNvSpPr txBox="1"/>
            <p:nvPr/>
          </p:nvSpPr>
          <p:spPr>
            <a:xfrm>
              <a:off x="7629566" y="1849497"/>
              <a:ext cx="1385100" cy="388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chemeClr val="dk1"/>
                </a:buClr>
                <a:buSzPts val="1150"/>
                <a:buFont typeface="Arial"/>
                <a:buNone/>
              </a:pPr>
              <a:r>
                <a:rPr b="1" i="0" lang="en-US" sz="1150" u="none" cap="none" strike="noStrike">
                  <a:solidFill>
                    <a:schemeClr val="lt1"/>
                  </a:solidFill>
                  <a:latin typeface="Calibri"/>
                  <a:ea typeface="Calibri"/>
                  <a:cs typeface="Calibri"/>
                  <a:sym typeface="Calibri"/>
                </a:rPr>
                <a:t>MIS</a:t>
              </a:r>
              <a:endParaRPr b="1" i="0" sz="115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50"/>
                <a:buFont typeface="Arial"/>
                <a:buNone/>
              </a:pPr>
              <a:r>
                <a:t/>
              </a:r>
              <a:endParaRPr b="1" i="0" sz="1150" u="none" cap="none" strike="noStrike">
                <a:solidFill>
                  <a:schemeClr val="lt1"/>
                </a:solidFill>
                <a:latin typeface="Calibri"/>
                <a:ea typeface="Calibri"/>
                <a:cs typeface="Calibri"/>
                <a:sym typeface="Calibri"/>
              </a:endParaRPr>
            </a:p>
          </p:txBody>
        </p:sp>
      </p:grpSp>
      <p:grpSp>
        <p:nvGrpSpPr>
          <p:cNvPr id="434" name="Google Shape;434;p11"/>
          <p:cNvGrpSpPr/>
          <p:nvPr/>
        </p:nvGrpSpPr>
        <p:grpSpPr>
          <a:xfrm>
            <a:off x="2113787" y="2927830"/>
            <a:ext cx="1385100" cy="1143245"/>
            <a:chOff x="2113787" y="1527780"/>
            <a:chExt cx="1385100" cy="1143245"/>
          </a:xfrm>
        </p:grpSpPr>
        <p:grpSp>
          <p:nvGrpSpPr>
            <p:cNvPr id="435" name="Google Shape;435;p11"/>
            <p:cNvGrpSpPr/>
            <p:nvPr/>
          </p:nvGrpSpPr>
          <p:grpSpPr>
            <a:xfrm rot="5400000">
              <a:off x="2234914" y="1461294"/>
              <a:ext cx="1143245" cy="1276216"/>
              <a:chOff x="12587709" y="5545180"/>
              <a:chExt cx="6825344" cy="4057921"/>
            </a:xfrm>
          </p:grpSpPr>
          <p:sp>
            <p:nvSpPr>
              <p:cNvPr id="436" name="Google Shape;43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37" name="Google Shape;43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38" name="Google Shape;43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39" name="Google Shape;43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40" name="Google Shape;44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41" name="Google Shape;44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42" name="Google Shape;44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43" name="Google Shape;443;p11"/>
            <p:cNvSpPr txBox="1"/>
            <p:nvPr/>
          </p:nvSpPr>
          <p:spPr>
            <a:xfrm>
              <a:off x="2113787" y="1827813"/>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Google/Microsoft</a:t>
              </a:r>
              <a:endParaRPr b="1" i="0" sz="1150" u="none" cap="none" strike="noStrike">
                <a:solidFill>
                  <a:schemeClr val="lt1"/>
                </a:solidFill>
                <a:latin typeface="Calibri"/>
                <a:ea typeface="Calibri"/>
                <a:cs typeface="Calibri"/>
                <a:sym typeface="Calibri"/>
              </a:endParaRPr>
            </a:p>
          </p:txBody>
        </p:sp>
      </p:grpSp>
      <p:grpSp>
        <p:nvGrpSpPr>
          <p:cNvPr id="444" name="Google Shape;444;p11"/>
          <p:cNvGrpSpPr/>
          <p:nvPr/>
        </p:nvGrpSpPr>
        <p:grpSpPr>
          <a:xfrm>
            <a:off x="3974657" y="2927409"/>
            <a:ext cx="1385100" cy="1144078"/>
            <a:chOff x="3974657" y="1532422"/>
            <a:chExt cx="1385100" cy="1144078"/>
          </a:xfrm>
        </p:grpSpPr>
        <p:grpSp>
          <p:nvGrpSpPr>
            <p:cNvPr id="445" name="Google Shape;445;p11"/>
            <p:cNvGrpSpPr/>
            <p:nvPr/>
          </p:nvGrpSpPr>
          <p:grpSpPr>
            <a:xfrm rot="5400000">
              <a:off x="4089370" y="1466353"/>
              <a:ext cx="1144078" cy="1276216"/>
              <a:chOff x="12587709" y="5545180"/>
              <a:chExt cx="6830315" cy="4057921"/>
            </a:xfrm>
          </p:grpSpPr>
          <p:sp>
            <p:nvSpPr>
              <p:cNvPr id="446" name="Google Shape;446;p11"/>
              <p:cNvSpPr/>
              <p:nvPr/>
            </p:nvSpPr>
            <p:spPr>
              <a:xfrm>
                <a:off x="13138325" y="5660338"/>
                <a:ext cx="6279699" cy="3940707"/>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47" name="Google Shape;44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48" name="Google Shape;44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49" name="Google Shape;44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50" name="Google Shape;45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51" name="Google Shape;45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52" name="Google Shape;45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53" name="Google Shape;453;p11"/>
            <p:cNvSpPr txBox="1"/>
            <p:nvPr/>
          </p:nvSpPr>
          <p:spPr>
            <a:xfrm>
              <a:off x="3974657" y="1850954"/>
              <a:ext cx="1385100" cy="18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950" u="none" cap="none" strike="noStrike">
                  <a:solidFill>
                    <a:schemeClr val="lt1"/>
                  </a:solidFill>
                  <a:latin typeface="Calibri"/>
                  <a:ea typeface="Calibri"/>
                  <a:cs typeface="Calibri"/>
                  <a:sym typeface="Calibri"/>
                </a:rPr>
                <a:t>Ed Apps i.e. Tapestry</a:t>
              </a:r>
              <a:endParaRPr b="1" i="0" sz="950" u="none" cap="none" strike="noStrike">
                <a:solidFill>
                  <a:schemeClr val="lt1"/>
                </a:solidFill>
                <a:latin typeface="Calibri"/>
                <a:ea typeface="Calibri"/>
                <a:cs typeface="Calibri"/>
                <a:sym typeface="Calibri"/>
              </a:endParaRPr>
            </a:p>
          </p:txBody>
        </p:sp>
      </p:grpSp>
      <p:grpSp>
        <p:nvGrpSpPr>
          <p:cNvPr id="454" name="Google Shape;454;p11"/>
          <p:cNvGrpSpPr/>
          <p:nvPr/>
        </p:nvGrpSpPr>
        <p:grpSpPr>
          <a:xfrm>
            <a:off x="5835530" y="2949340"/>
            <a:ext cx="1385100" cy="1143245"/>
            <a:chOff x="5829530" y="1533840"/>
            <a:chExt cx="1385100" cy="1143245"/>
          </a:xfrm>
        </p:grpSpPr>
        <p:grpSp>
          <p:nvGrpSpPr>
            <p:cNvPr id="455" name="Google Shape;455;p11"/>
            <p:cNvGrpSpPr/>
            <p:nvPr/>
          </p:nvGrpSpPr>
          <p:grpSpPr>
            <a:xfrm rot="5400000">
              <a:off x="5944658" y="1467354"/>
              <a:ext cx="1143245" cy="1276216"/>
              <a:chOff x="12587709" y="5545180"/>
              <a:chExt cx="6825344" cy="4057921"/>
            </a:xfrm>
          </p:grpSpPr>
          <p:sp>
            <p:nvSpPr>
              <p:cNvPr id="456" name="Google Shape;45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57" name="Google Shape;45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58" name="Google Shape;45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59" name="Google Shape;45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60" name="Google Shape;46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61" name="Google Shape;46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62" name="Google Shape;46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63" name="Google Shape;463;p11"/>
            <p:cNvSpPr txBox="1"/>
            <p:nvPr/>
          </p:nvSpPr>
          <p:spPr>
            <a:xfrm>
              <a:off x="5829530" y="1788832"/>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HR/Finance</a:t>
              </a:r>
              <a:endParaRPr b="1" i="0" sz="1150" u="none" cap="none" strike="noStrike">
                <a:solidFill>
                  <a:schemeClr val="lt1"/>
                </a:solidFill>
                <a:latin typeface="Calibri"/>
                <a:ea typeface="Calibri"/>
                <a:cs typeface="Calibri"/>
                <a:sym typeface="Calibri"/>
              </a:endParaRPr>
            </a:p>
          </p:txBody>
        </p:sp>
      </p:grpSp>
      <p:grpSp>
        <p:nvGrpSpPr>
          <p:cNvPr id="464" name="Google Shape;464;p11"/>
          <p:cNvGrpSpPr/>
          <p:nvPr/>
        </p:nvGrpSpPr>
        <p:grpSpPr>
          <a:xfrm>
            <a:off x="7532241" y="2949341"/>
            <a:ext cx="1385100" cy="1143245"/>
            <a:chOff x="7629566" y="1530965"/>
            <a:chExt cx="1385100" cy="1143245"/>
          </a:xfrm>
        </p:grpSpPr>
        <p:grpSp>
          <p:nvGrpSpPr>
            <p:cNvPr id="465" name="Google Shape;465;p11"/>
            <p:cNvGrpSpPr/>
            <p:nvPr/>
          </p:nvGrpSpPr>
          <p:grpSpPr>
            <a:xfrm rot="5400000">
              <a:off x="7744693" y="1464480"/>
              <a:ext cx="1143245" cy="1276216"/>
              <a:chOff x="12587709" y="5545180"/>
              <a:chExt cx="6825344" cy="4057921"/>
            </a:xfrm>
          </p:grpSpPr>
          <p:sp>
            <p:nvSpPr>
              <p:cNvPr id="466" name="Google Shape;466;p11"/>
              <p:cNvSpPr/>
              <p:nvPr/>
            </p:nvSpPr>
            <p:spPr>
              <a:xfrm>
                <a:off x="13768380" y="5545180"/>
                <a:ext cx="5644673" cy="4052141"/>
              </a:xfrm>
              <a:custGeom>
                <a:rect b="b" l="l" r="r" t="t"/>
                <a:pathLst>
                  <a:path extrusionOk="0" h="4052141" w="5644673">
                    <a:moveTo>
                      <a:pt x="4267466" y="0"/>
                    </a:moveTo>
                    <a:lnTo>
                      <a:pt x="1377208" y="0"/>
                    </a:lnTo>
                    <a:cubicBezTo>
                      <a:pt x="1203792" y="0"/>
                      <a:pt x="1041938" y="92488"/>
                      <a:pt x="955230" y="242782"/>
                    </a:cubicBezTo>
                    <a:lnTo>
                      <a:pt x="65031" y="1786180"/>
                    </a:lnTo>
                    <a:cubicBezTo>
                      <a:pt x="-21677" y="1936473"/>
                      <a:pt x="-21677" y="2121449"/>
                      <a:pt x="65031" y="2271743"/>
                    </a:cubicBezTo>
                    <a:lnTo>
                      <a:pt x="955230" y="3809360"/>
                    </a:lnTo>
                    <a:cubicBezTo>
                      <a:pt x="1041938" y="3959653"/>
                      <a:pt x="1203792" y="4052142"/>
                      <a:pt x="1377208" y="4052142"/>
                    </a:cubicBezTo>
                    <a:lnTo>
                      <a:pt x="4267466" y="4052142"/>
                    </a:lnTo>
                    <a:cubicBezTo>
                      <a:pt x="4440881" y="4052142"/>
                      <a:pt x="4602736" y="3959653"/>
                      <a:pt x="4689443" y="3809360"/>
                    </a:cubicBezTo>
                    <a:lnTo>
                      <a:pt x="5579643" y="2271743"/>
                    </a:lnTo>
                    <a:cubicBezTo>
                      <a:pt x="5666350" y="2121449"/>
                      <a:pt x="5666350" y="1936473"/>
                      <a:pt x="5579643" y="1786180"/>
                    </a:cubicBezTo>
                    <a:lnTo>
                      <a:pt x="4689443" y="248562"/>
                    </a:lnTo>
                    <a:cubicBezTo>
                      <a:pt x="4602736" y="92488"/>
                      <a:pt x="4440881" y="0"/>
                      <a:pt x="426746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67" name="Google Shape;467;p11"/>
              <p:cNvSpPr/>
              <p:nvPr/>
            </p:nvSpPr>
            <p:spPr>
              <a:xfrm>
                <a:off x="12587709" y="5545180"/>
                <a:ext cx="5341196" cy="4057921"/>
              </a:xfrm>
              <a:custGeom>
                <a:rect b="b" l="l" r="r" t="t"/>
                <a:pathLst>
                  <a:path extrusionOk="0" h="4057921" w="5341196">
                    <a:moveTo>
                      <a:pt x="4320935" y="3890287"/>
                    </a:moveTo>
                    <a:lnTo>
                      <a:pt x="5297843" y="2196596"/>
                    </a:lnTo>
                    <a:cubicBezTo>
                      <a:pt x="5355648" y="2092547"/>
                      <a:pt x="5355648" y="1965375"/>
                      <a:pt x="5297843" y="1861326"/>
                    </a:cubicBezTo>
                    <a:lnTo>
                      <a:pt x="4320935" y="167635"/>
                    </a:lnTo>
                    <a:cubicBezTo>
                      <a:pt x="4263130"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53301" y="4052142"/>
                      <a:pt x="4263130" y="3988556"/>
                      <a:pt x="4320935" y="3890287"/>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68" name="Google Shape;468;p11"/>
              <p:cNvSpPr/>
              <p:nvPr/>
            </p:nvSpPr>
            <p:spPr>
              <a:xfrm>
                <a:off x="12888296" y="5545180"/>
                <a:ext cx="5341196" cy="4057921"/>
              </a:xfrm>
              <a:custGeom>
                <a:rect b="b" l="l" r="r" t="t"/>
                <a:pathLst>
                  <a:path extrusionOk="0" h="4057921" w="5341196">
                    <a:moveTo>
                      <a:pt x="4320936" y="3890287"/>
                    </a:moveTo>
                    <a:lnTo>
                      <a:pt x="5297843" y="2196596"/>
                    </a:lnTo>
                    <a:cubicBezTo>
                      <a:pt x="5355648" y="2092547"/>
                      <a:pt x="5355648" y="1965375"/>
                      <a:pt x="5297843" y="1861326"/>
                    </a:cubicBezTo>
                    <a:lnTo>
                      <a:pt x="4320936" y="167635"/>
                    </a:lnTo>
                    <a:cubicBezTo>
                      <a:pt x="4263131" y="63586"/>
                      <a:pt x="4153301" y="0"/>
                      <a:pt x="4031910" y="0"/>
                    </a:cubicBezTo>
                    <a:lnTo>
                      <a:pt x="1309287" y="0"/>
                    </a:lnTo>
                    <a:cubicBezTo>
                      <a:pt x="1187896" y="0"/>
                      <a:pt x="1078066" y="63586"/>
                      <a:pt x="1020261" y="167635"/>
                    </a:cubicBezTo>
                    <a:lnTo>
                      <a:pt x="43354" y="1861326"/>
                    </a:lnTo>
                    <a:cubicBezTo>
                      <a:pt x="-14451" y="1965375"/>
                      <a:pt x="-14451" y="2092547"/>
                      <a:pt x="43354" y="2196596"/>
                    </a:cubicBezTo>
                    <a:lnTo>
                      <a:pt x="1020261" y="3890287"/>
                    </a:lnTo>
                    <a:cubicBezTo>
                      <a:pt x="1078066" y="3994336"/>
                      <a:pt x="1187896" y="4057922"/>
                      <a:pt x="1309287" y="4057922"/>
                    </a:cubicBezTo>
                    <a:lnTo>
                      <a:pt x="4031910" y="4057922"/>
                    </a:lnTo>
                    <a:cubicBezTo>
                      <a:pt x="4147520" y="4052142"/>
                      <a:pt x="4257350" y="3988556"/>
                      <a:pt x="4320936" y="3890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69" name="Google Shape;469;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E5E2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70" name="Google Shape;470;p11"/>
              <p:cNvSpPr/>
              <p:nvPr/>
            </p:nvSpPr>
            <p:spPr>
              <a:xfrm>
                <a:off x="13187438" y="5793743"/>
                <a:ext cx="4095495" cy="3555414"/>
              </a:xfrm>
              <a:custGeom>
                <a:rect b="b" l="l" r="r" t="t"/>
                <a:pathLst>
                  <a:path extrusionOk="0" h="3555414" w="4095495">
                    <a:moveTo>
                      <a:pt x="3200960" y="3410505"/>
                    </a:moveTo>
                    <a:lnTo>
                      <a:pt x="4056477" y="1924912"/>
                    </a:lnTo>
                    <a:cubicBezTo>
                      <a:pt x="4108502" y="1832424"/>
                      <a:pt x="4108502" y="1722594"/>
                      <a:pt x="4056477" y="1630106"/>
                    </a:cubicBezTo>
                    <a:lnTo>
                      <a:pt x="3200960" y="144513"/>
                    </a:lnTo>
                    <a:cubicBezTo>
                      <a:pt x="3148936" y="52025"/>
                      <a:pt x="3050667" y="0"/>
                      <a:pt x="2946618"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940837" y="3555018"/>
                    </a:lnTo>
                    <a:cubicBezTo>
                      <a:pt x="3050667" y="3560798"/>
                      <a:pt x="3148936" y="3502993"/>
                      <a:pt x="3200960" y="3410505"/>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71" name="Google Shape;471;p11"/>
              <p:cNvSpPr/>
              <p:nvPr/>
            </p:nvSpPr>
            <p:spPr>
              <a:xfrm>
                <a:off x="13187438" y="5793743"/>
                <a:ext cx="3812249" cy="3555414"/>
              </a:xfrm>
              <a:custGeom>
                <a:rect b="b" l="l" r="r" t="t"/>
                <a:pathLst>
                  <a:path extrusionOk="0" h="3555414" w="3812249">
                    <a:moveTo>
                      <a:pt x="2917716" y="3410505"/>
                    </a:moveTo>
                    <a:lnTo>
                      <a:pt x="3773232" y="1924912"/>
                    </a:lnTo>
                    <a:cubicBezTo>
                      <a:pt x="3825256" y="1832424"/>
                      <a:pt x="3825256" y="1722594"/>
                      <a:pt x="3773232" y="1630106"/>
                    </a:cubicBezTo>
                    <a:lnTo>
                      <a:pt x="2917716" y="144513"/>
                    </a:lnTo>
                    <a:cubicBezTo>
                      <a:pt x="2865691" y="52025"/>
                      <a:pt x="2767422" y="0"/>
                      <a:pt x="2663373" y="0"/>
                    </a:cubicBezTo>
                    <a:lnTo>
                      <a:pt x="1154658" y="0"/>
                    </a:lnTo>
                    <a:cubicBezTo>
                      <a:pt x="1050609" y="0"/>
                      <a:pt x="952340" y="57805"/>
                      <a:pt x="900315" y="144513"/>
                    </a:cubicBezTo>
                    <a:lnTo>
                      <a:pt x="39018" y="1630106"/>
                    </a:lnTo>
                    <a:cubicBezTo>
                      <a:pt x="-13006" y="1722594"/>
                      <a:pt x="-13006" y="1832424"/>
                      <a:pt x="39018" y="1924912"/>
                    </a:cubicBezTo>
                    <a:lnTo>
                      <a:pt x="894535" y="3410505"/>
                    </a:lnTo>
                    <a:cubicBezTo>
                      <a:pt x="946559" y="3502993"/>
                      <a:pt x="1044828" y="3555018"/>
                      <a:pt x="1148878" y="3555018"/>
                    </a:cubicBezTo>
                    <a:lnTo>
                      <a:pt x="2663373" y="3555018"/>
                    </a:lnTo>
                    <a:cubicBezTo>
                      <a:pt x="2767422" y="3560798"/>
                      <a:pt x="2865691" y="3502993"/>
                      <a:pt x="2917716" y="3410505"/>
                    </a:cubicBezTo>
                    <a:close/>
                  </a:path>
                </a:pathLst>
              </a:cu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sp>
            <p:nvSpPr>
              <p:cNvPr id="472" name="Google Shape;472;p11"/>
              <p:cNvSpPr/>
              <p:nvPr/>
            </p:nvSpPr>
            <p:spPr>
              <a:xfrm>
                <a:off x="16105153" y="5944036"/>
                <a:ext cx="919101" cy="3260211"/>
              </a:xfrm>
              <a:custGeom>
                <a:rect b="b" l="l" r="r" t="t"/>
                <a:pathLst>
                  <a:path extrusionOk="0" h="3260211" w="919101">
                    <a:moveTo>
                      <a:pt x="0" y="3260211"/>
                    </a:moveTo>
                    <a:cubicBezTo>
                      <a:pt x="144513" y="2982746"/>
                      <a:pt x="300587" y="2711062"/>
                      <a:pt x="450880" y="2439378"/>
                    </a:cubicBezTo>
                    <a:cubicBezTo>
                      <a:pt x="526027" y="2300645"/>
                      <a:pt x="606954" y="2167694"/>
                      <a:pt x="682101" y="2034742"/>
                    </a:cubicBezTo>
                    <a:lnTo>
                      <a:pt x="797711" y="1832423"/>
                    </a:lnTo>
                    <a:cubicBezTo>
                      <a:pt x="815053" y="1797740"/>
                      <a:pt x="838175" y="1763057"/>
                      <a:pt x="849736" y="1734155"/>
                    </a:cubicBezTo>
                    <a:cubicBezTo>
                      <a:pt x="861296" y="1699472"/>
                      <a:pt x="872858" y="1664789"/>
                      <a:pt x="872858" y="1630105"/>
                    </a:cubicBezTo>
                    <a:cubicBezTo>
                      <a:pt x="872858" y="1595422"/>
                      <a:pt x="867077" y="1560739"/>
                      <a:pt x="849736" y="1526056"/>
                    </a:cubicBezTo>
                    <a:cubicBezTo>
                      <a:pt x="838175" y="1497154"/>
                      <a:pt x="815053" y="1462471"/>
                      <a:pt x="797711" y="1427787"/>
                    </a:cubicBezTo>
                    <a:lnTo>
                      <a:pt x="682101" y="1225469"/>
                    </a:lnTo>
                    <a:cubicBezTo>
                      <a:pt x="606954" y="1092518"/>
                      <a:pt x="526027" y="953785"/>
                      <a:pt x="450880" y="820833"/>
                    </a:cubicBezTo>
                    <a:cubicBezTo>
                      <a:pt x="300587" y="549149"/>
                      <a:pt x="144513" y="277465"/>
                      <a:pt x="0" y="0"/>
                    </a:cubicBezTo>
                    <a:cubicBezTo>
                      <a:pt x="161854" y="265904"/>
                      <a:pt x="323709" y="531807"/>
                      <a:pt x="485563" y="797711"/>
                    </a:cubicBezTo>
                    <a:cubicBezTo>
                      <a:pt x="566490" y="930663"/>
                      <a:pt x="641637" y="1069396"/>
                      <a:pt x="722564" y="1202347"/>
                    </a:cubicBezTo>
                    <a:lnTo>
                      <a:pt x="838175" y="1404665"/>
                    </a:lnTo>
                    <a:cubicBezTo>
                      <a:pt x="855516" y="1439348"/>
                      <a:pt x="878638" y="1468251"/>
                      <a:pt x="895980" y="1508715"/>
                    </a:cubicBezTo>
                    <a:cubicBezTo>
                      <a:pt x="913321" y="1549178"/>
                      <a:pt x="919102" y="1589642"/>
                      <a:pt x="919102" y="1630105"/>
                    </a:cubicBezTo>
                    <a:cubicBezTo>
                      <a:pt x="919102" y="1670569"/>
                      <a:pt x="907541" y="1716813"/>
                      <a:pt x="895980" y="1751496"/>
                    </a:cubicBezTo>
                    <a:cubicBezTo>
                      <a:pt x="878638" y="1791960"/>
                      <a:pt x="855516" y="1820863"/>
                      <a:pt x="838175" y="1855546"/>
                    </a:cubicBezTo>
                    <a:lnTo>
                      <a:pt x="722564" y="2057864"/>
                    </a:lnTo>
                    <a:cubicBezTo>
                      <a:pt x="641637" y="2190816"/>
                      <a:pt x="566490" y="2329548"/>
                      <a:pt x="485563" y="2462500"/>
                    </a:cubicBezTo>
                    <a:cubicBezTo>
                      <a:pt x="323709" y="2728403"/>
                      <a:pt x="167635" y="2994307"/>
                      <a:pt x="0" y="3260211"/>
                    </a:cubicBezTo>
                    <a:close/>
                  </a:path>
                </a:pathLst>
              </a:custGeom>
              <a:solidFill>
                <a:srgbClr val="57419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3"/>
                  <a:buFont typeface="Arial"/>
                  <a:buNone/>
                </a:pPr>
                <a:r>
                  <a:t/>
                </a:r>
                <a:endParaRPr b="0" i="0" sz="353" u="none" cap="none" strike="noStrike">
                  <a:solidFill>
                    <a:srgbClr val="372154"/>
                  </a:solidFill>
                  <a:latin typeface="Calibri"/>
                  <a:ea typeface="Calibri"/>
                  <a:cs typeface="Calibri"/>
                  <a:sym typeface="Calibri"/>
                </a:endParaRPr>
              </a:p>
            </p:txBody>
          </p:sp>
        </p:grpSp>
        <p:sp>
          <p:nvSpPr>
            <p:cNvPr id="473" name="Google Shape;473;p11"/>
            <p:cNvSpPr txBox="1"/>
            <p:nvPr/>
          </p:nvSpPr>
          <p:spPr>
            <a:xfrm>
              <a:off x="7629566" y="1849497"/>
              <a:ext cx="1385100" cy="2115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Calibri"/>
                  <a:ea typeface="Calibri"/>
                  <a:cs typeface="Calibri"/>
                  <a:sym typeface="Calibri"/>
                </a:rPr>
                <a:t>Emails</a:t>
              </a:r>
              <a:endParaRPr b="1" i="0" sz="115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478" name="Shape 478"/>
        <p:cNvGrpSpPr/>
        <p:nvPr/>
      </p:nvGrpSpPr>
      <p:grpSpPr>
        <a:xfrm>
          <a:off x="0" y="0"/>
          <a:ext cx="0" cy="0"/>
          <a:chOff x="0" y="0"/>
          <a:chExt cx="0" cy="0"/>
        </a:xfrm>
      </p:grpSpPr>
      <p:sp>
        <p:nvSpPr>
          <p:cNvPr id="479" name="Google Shape;479;g110278a3477_0_15"/>
          <p:cNvSpPr/>
          <p:nvPr/>
        </p:nvSpPr>
        <p:spPr>
          <a:xfrm rot="-599974">
            <a:off x="-811471" y="171443"/>
            <a:ext cx="10767062" cy="3013073"/>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480" name="Google Shape;480;g110278a3477_0_15"/>
          <p:cNvPicPr preferRelativeResize="0"/>
          <p:nvPr/>
        </p:nvPicPr>
        <p:blipFill rotWithShape="1">
          <a:blip r:embed="rId3">
            <a:alphaModFix/>
          </a:blip>
          <a:srcRect b="0" l="0" r="0" t="0"/>
          <a:stretch/>
        </p:blipFill>
        <p:spPr>
          <a:xfrm>
            <a:off x="7488059" y="546662"/>
            <a:ext cx="1274764" cy="1274764"/>
          </a:xfrm>
          <a:prstGeom prst="rect">
            <a:avLst/>
          </a:prstGeom>
          <a:noFill/>
          <a:ln>
            <a:noFill/>
          </a:ln>
        </p:spPr>
      </p:pic>
      <p:grpSp>
        <p:nvGrpSpPr>
          <p:cNvPr id="481" name="Google Shape;481;g110278a3477_0_15"/>
          <p:cNvGrpSpPr/>
          <p:nvPr/>
        </p:nvGrpSpPr>
        <p:grpSpPr>
          <a:xfrm>
            <a:off x="3639782" y="873688"/>
            <a:ext cx="1402152" cy="3880326"/>
            <a:chOff x="10510153" y="2021267"/>
            <a:chExt cx="2264457" cy="5770001"/>
          </a:xfrm>
        </p:grpSpPr>
        <p:sp>
          <p:nvSpPr>
            <p:cNvPr id="482" name="Google Shape;482;g110278a3477_0_15"/>
            <p:cNvSpPr/>
            <p:nvPr/>
          </p:nvSpPr>
          <p:spPr>
            <a:xfrm>
              <a:off x="10510153" y="2021524"/>
              <a:ext cx="2264200" cy="5769744"/>
            </a:xfrm>
            <a:custGeom>
              <a:rect b="b" l="l" r="r" t="t"/>
              <a:pathLst>
                <a:path extrusionOk="0" h="5769744" w="2264200">
                  <a:moveTo>
                    <a:pt x="1805918" y="5769744"/>
                  </a:moveTo>
                  <a:lnTo>
                    <a:pt x="458283" y="5769744"/>
                  </a:lnTo>
                  <a:cubicBezTo>
                    <a:pt x="205136" y="5769744"/>
                    <a:pt x="0" y="5564608"/>
                    <a:pt x="0" y="5311461"/>
                  </a:cubicBezTo>
                  <a:lnTo>
                    <a:pt x="0" y="458283"/>
                  </a:lnTo>
                  <a:cubicBezTo>
                    <a:pt x="0" y="205136"/>
                    <a:pt x="205136" y="0"/>
                    <a:pt x="458283" y="0"/>
                  </a:cubicBezTo>
                  <a:lnTo>
                    <a:pt x="1805918" y="0"/>
                  </a:lnTo>
                  <a:cubicBezTo>
                    <a:pt x="2059064" y="0"/>
                    <a:pt x="2264201" y="205136"/>
                    <a:pt x="2264201" y="458283"/>
                  </a:cubicBezTo>
                  <a:lnTo>
                    <a:pt x="2264201" y="5311461"/>
                  </a:lnTo>
                  <a:cubicBezTo>
                    <a:pt x="2264457" y="5564608"/>
                    <a:pt x="2059064" y="5769744"/>
                    <a:pt x="1805918" y="57697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nvGrpSpPr>
            <p:cNvPr id="483" name="Google Shape;483;g110278a3477_0_15"/>
            <p:cNvGrpSpPr/>
            <p:nvPr/>
          </p:nvGrpSpPr>
          <p:grpSpPr>
            <a:xfrm>
              <a:off x="10510153" y="2021267"/>
              <a:ext cx="2264457" cy="2598027"/>
              <a:chOff x="10510153" y="2021267"/>
              <a:chExt cx="2264457" cy="2598027"/>
            </a:xfrm>
          </p:grpSpPr>
          <p:sp>
            <p:nvSpPr>
              <p:cNvPr id="484" name="Google Shape;484;g110278a3477_0_15"/>
              <p:cNvSpPr/>
              <p:nvPr/>
            </p:nvSpPr>
            <p:spPr>
              <a:xfrm>
                <a:off x="10510153" y="2021267"/>
                <a:ext cx="2264457" cy="2598027"/>
              </a:xfrm>
              <a:custGeom>
                <a:rect b="b" l="l" r="r" t="t"/>
                <a:pathLst>
                  <a:path extrusionOk="0" h="2598027" w="2264457">
                    <a:moveTo>
                      <a:pt x="1805918" y="0"/>
                    </a:moveTo>
                    <a:lnTo>
                      <a:pt x="458283" y="0"/>
                    </a:lnTo>
                    <a:cubicBezTo>
                      <a:pt x="205136" y="0"/>
                      <a:pt x="0" y="205136"/>
                      <a:pt x="0" y="458283"/>
                    </a:cubicBezTo>
                    <a:lnTo>
                      <a:pt x="0" y="1991028"/>
                    </a:lnTo>
                    <a:cubicBezTo>
                      <a:pt x="0" y="2142505"/>
                      <a:pt x="97305" y="2276781"/>
                      <a:pt x="241337" y="2324021"/>
                    </a:cubicBezTo>
                    <a:lnTo>
                      <a:pt x="1022857" y="2580506"/>
                    </a:lnTo>
                    <a:cubicBezTo>
                      <a:pt x="1093974" y="2603869"/>
                      <a:pt x="1170483" y="2603869"/>
                      <a:pt x="1241600" y="2580506"/>
                    </a:cubicBezTo>
                    <a:lnTo>
                      <a:pt x="2023121" y="2324021"/>
                    </a:lnTo>
                    <a:cubicBezTo>
                      <a:pt x="2167152" y="2276781"/>
                      <a:pt x="2264457" y="2142505"/>
                      <a:pt x="2264457" y="1991028"/>
                    </a:cubicBezTo>
                    <a:lnTo>
                      <a:pt x="2264457" y="458283"/>
                    </a:lnTo>
                    <a:cubicBezTo>
                      <a:pt x="2264457" y="205136"/>
                      <a:pt x="2059064" y="0"/>
                      <a:pt x="1805918" y="0"/>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85" name="Google Shape;485;g110278a3477_0_15"/>
              <p:cNvSpPr/>
              <p:nvPr/>
            </p:nvSpPr>
            <p:spPr>
              <a:xfrm>
                <a:off x="10613363" y="2139881"/>
                <a:ext cx="2058037" cy="2361312"/>
              </a:xfrm>
              <a:custGeom>
                <a:rect b="b" l="l" r="r" t="t"/>
                <a:pathLst>
                  <a:path extrusionOk="0" h="2361312" w="2058037">
                    <a:moveTo>
                      <a:pt x="1641346" y="0"/>
                    </a:moveTo>
                    <a:lnTo>
                      <a:pt x="416691" y="0"/>
                    </a:lnTo>
                    <a:cubicBezTo>
                      <a:pt x="186651" y="0"/>
                      <a:pt x="0" y="186394"/>
                      <a:pt x="0" y="416691"/>
                    </a:cubicBezTo>
                    <a:lnTo>
                      <a:pt x="0" y="1809512"/>
                    </a:lnTo>
                    <a:cubicBezTo>
                      <a:pt x="0" y="1947125"/>
                      <a:pt x="88319" y="2069334"/>
                      <a:pt x="219257" y="2112210"/>
                    </a:cubicBezTo>
                    <a:lnTo>
                      <a:pt x="929660" y="2345331"/>
                    </a:lnTo>
                    <a:cubicBezTo>
                      <a:pt x="994102" y="2366640"/>
                      <a:pt x="1063936" y="2366640"/>
                      <a:pt x="1128377" y="2345331"/>
                    </a:cubicBezTo>
                    <a:lnTo>
                      <a:pt x="1838780" y="2112210"/>
                    </a:lnTo>
                    <a:cubicBezTo>
                      <a:pt x="1969462" y="2069334"/>
                      <a:pt x="2058037" y="1947125"/>
                      <a:pt x="2058037" y="1809512"/>
                    </a:cubicBezTo>
                    <a:lnTo>
                      <a:pt x="2058037" y="416434"/>
                    </a:lnTo>
                    <a:cubicBezTo>
                      <a:pt x="2057781" y="186394"/>
                      <a:pt x="1871387" y="0"/>
                      <a:pt x="1641346"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grpSp>
      <p:grpSp>
        <p:nvGrpSpPr>
          <p:cNvPr id="486" name="Google Shape;486;g110278a3477_0_15"/>
          <p:cNvGrpSpPr/>
          <p:nvPr/>
        </p:nvGrpSpPr>
        <p:grpSpPr>
          <a:xfrm>
            <a:off x="5285653" y="848464"/>
            <a:ext cx="1402152" cy="3572784"/>
            <a:chOff x="13025960" y="2021267"/>
            <a:chExt cx="2264457" cy="5770000"/>
          </a:xfrm>
        </p:grpSpPr>
        <p:sp>
          <p:nvSpPr>
            <p:cNvPr id="487" name="Google Shape;487;g110278a3477_0_15"/>
            <p:cNvSpPr/>
            <p:nvPr/>
          </p:nvSpPr>
          <p:spPr>
            <a:xfrm>
              <a:off x="13026217" y="2021267"/>
              <a:ext cx="2264200" cy="5769743"/>
            </a:xfrm>
            <a:custGeom>
              <a:rect b="b" l="l" r="r" t="t"/>
              <a:pathLst>
                <a:path extrusionOk="0" h="5769743" w="2264200">
                  <a:moveTo>
                    <a:pt x="458283" y="0"/>
                  </a:moveTo>
                  <a:lnTo>
                    <a:pt x="1805918" y="0"/>
                  </a:lnTo>
                  <a:cubicBezTo>
                    <a:pt x="2059064" y="0"/>
                    <a:pt x="2264201" y="205136"/>
                    <a:pt x="2264201" y="458283"/>
                  </a:cubicBezTo>
                  <a:lnTo>
                    <a:pt x="2264201" y="5311461"/>
                  </a:lnTo>
                  <a:cubicBezTo>
                    <a:pt x="2264201" y="5564608"/>
                    <a:pt x="2059064" y="5769744"/>
                    <a:pt x="1805918" y="5769744"/>
                  </a:cubicBezTo>
                  <a:lnTo>
                    <a:pt x="458283" y="5769744"/>
                  </a:lnTo>
                  <a:cubicBezTo>
                    <a:pt x="205136" y="5769744"/>
                    <a:pt x="0" y="5564608"/>
                    <a:pt x="0" y="5311461"/>
                  </a:cubicBezTo>
                  <a:lnTo>
                    <a:pt x="0" y="458540"/>
                  </a:lnTo>
                  <a:cubicBezTo>
                    <a:pt x="0" y="205136"/>
                    <a:pt x="205136" y="0"/>
                    <a:pt x="458283"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nvGrpSpPr>
            <p:cNvPr id="488" name="Google Shape;488;g110278a3477_0_15"/>
            <p:cNvGrpSpPr/>
            <p:nvPr/>
          </p:nvGrpSpPr>
          <p:grpSpPr>
            <a:xfrm>
              <a:off x="13025960" y="5193239"/>
              <a:ext cx="2264457" cy="2598028"/>
              <a:chOff x="13025960" y="5193239"/>
              <a:chExt cx="2264457" cy="2598028"/>
            </a:xfrm>
          </p:grpSpPr>
          <p:sp>
            <p:nvSpPr>
              <p:cNvPr id="489" name="Google Shape;489;g110278a3477_0_15"/>
              <p:cNvSpPr/>
              <p:nvPr/>
            </p:nvSpPr>
            <p:spPr>
              <a:xfrm>
                <a:off x="13025960" y="5193239"/>
                <a:ext cx="2264457" cy="2598028"/>
              </a:xfrm>
              <a:custGeom>
                <a:rect b="b" l="l" r="r" t="t"/>
                <a:pathLst>
                  <a:path extrusionOk="0" h="2598028" w="2264457">
                    <a:moveTo>
                      <a:pt x="458540" y="2598028"/>
                    </a:moveTo>
                    <a:lnTo>
                      <a:pt x="1806174" y="2598028"/>
                    </a:lnTo>
                    <a:cubicBezTo>
                      <a:pt x="2059321" y="2598028"/>
                      <a:pt x="2264457" y="2392892"/>
                      <a:pt x="2264457" y="2139745"/>
                    </a:cubicBezTo>
                    <a:lnTo>
                      <a:pt x="2264457" y="607001"/>
                    </a:lnTo>
                    <a:cubicBezTo>
                      <a:pt x="2264457" y="455523"/>
                      <a:pt x="2167152" y="321248"/>
                      <a:pt x="2023120" y="274007"/>
                    </a:cubicBezTo>
                    <a:lnTo>
                      <a:pt x="1241600" y="17523"/>
                    </a:lnTo>
                    <a:cubicBezTo>
                      <a:pt x="1170483" y="-5841"/>
                      <a:pt x="1093974" y="-5841"/>
                      <a:pt x="1022857" y="17523"/>
                    </a:cubicBezTo>
                    <a:lnTo>
                      <a:pt x="241337" y="274007"/>
                    </a:lnTo>
                    <a:cubicBezTo>
                      <a:pt x="97305" y="321248"/>
                      <a:pt x="0" y="455523"/>
                      <a:pt x="0" y="607001"/>
                    </a:cubicBezTo>
                    <a:lnTo>
                      <a:pt x="0" y="2139745"/>
                    </a:lnTo>
                    <a:cubicBezTo>
                      <a:pt x="257" y="2392892"/>
                      <a:pt x="205393" y="2598028"/>
                      <a:pt x="458540" y="2598028"/>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90" name="Google Shape;490;g110278a3477_0_15"/>
              <p:cNvSpPr/>
              <p:nvPr/>
            </p:nvSpPr>
            <p:spPr>
              <a:xfrm>
                <a:off x="13129427" y="5311597"/>
                <a:ext cx="2058037" cy="2361312"/>
              </a:xfrm>
              <a:custGeom>
                <a:rect b="b" l="l" r="r" t="t"/>
                <a:pathLst>
                  <a:path extrusionOk="0" h="2361312" w="2058037">
                    <a:moveTo>
                      <a:pt x="416691" y="2361313"/>
                    </a:moveTo>
                    <a:lnTo>
                      <a:pt x="1641346" y="2361313"/>
                    </a:lnTo>
                    <a:cubicBezTo>
                      <a:pt x="1871386" y="2361313"/>
                      <a:pt x="2058037" y="2174919"/>
                      <a:pt x="2058037" y="1944622"/>
                    </a:cubicBezTo>
                    <a:lnTo>
                      <a:pt x="2058037" y="551801"/>
                    </a:lnTo>
                    <a:cubicBezTo>
                      <a:pt x="2058037" y="414188"/>
                      <a:pt x="1969718" y="291979"/>
                      <a:pt x="1838780" y="249103"/>
                    </a:cubicBezTo>
                    <a:lnTo>
                      <a:pt x="1128378" y="15982"/>
                    </a:lnTo>
                    <a:cubicBezTo>
                      <a:pt x="1063935" y="-5327"/>
                      <a:pt x="994102" y="-5327"/>
                      <a:pt x="929660" y="15982"/>
                    </a:cubicBezTo>
                    <a:lnTo>
                      <a:pt x="219257" y="249103"/>
                    </a:lnTo>
                    <a:cubicBezTo>
                      <a:pt x="88576" y="291979"/>
                      <a:pt x="0" y="414188"/>
                      <a:pt x="0" y="551801"/>
                    </a:cubicBezTo>
                    <a:lnTo>
                      <a:pt x="0" y="1944622"/>
                    </a:lnTo>
                    <a:cubicBezTo>
                      <a:pt x="0" y="2174662"/>
                      <a:pt x="186651" y="2361313"/>
                      <a:pt x="416691" y="2361313"/>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grpSp>
      </p:grpSp>
      <p:sp>
        <p:nvSpPr>
          <p:cNvPr id="491" name="Google Shape;491;g110278a3477_0_15"/>
          <p:cNvSpPr/>
          <p:nvPr/>
        </p:nvSpPr>
        <p:spPr>
          <a:xfrm>
            <a:off x="6931525" y="873674"/>
            <a:ext cx="1301915" cy="3880153"/>
          </a:xfrm>
          <a:custGeom>
            <a:rect b="b" l="l" r="r" t="t"/>
            <a:pathLst>
              <a:path extrusionOk="0" h="5769744" w="2264200">
                <a:moveTo>
                  <a:pt x="1805917" y="5769744"/>
                </a:moveTo>
                <a:lnTo>
                  <a:pt x="458283" y="5769744"/>
                </a:lnTo>
                <a:cubicBezTo>
                  <a:pt x="205136" y="5769744"/>
                  <a:pt x="0" y="5564608"/>
                  <a:pt x="0" y="5311461"/>
                </a:cubicBezTo>
                <a:lnTo>
                  <a:pt x="0" y="458283"/>
                </a:lnTo>
                <a:cubicBezTo>
                  <a:pt x="0" y="205136"/>
                  <a:pt x="205136" y="0"/>
                  <a:pt x="458283" y="0"/>
                </a:cubicBezTo>
                <a:lnTo>
                  <a:pt x="1805917" y="0"/>
                </a:lnTo>
                <a:cubicBezTo>
                  <a:pt x="2059064" y="0"/>
                  <a:pt x="2264201" y="205136"/>
                  <a:pt x="2264201" y="458283"/>
                </a:cubicBezTo>
                <a:lnTo>
                  <a:pt x="2264201" y="5311461"/>
                </a:lnTo>
                <a:cubicBezTo>
                  <a:pt x="2264201" y="5564608"/>
                  <a:pt x="2059064" y="5769744"/>
                  <a:pt x="1805917" y="57697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92" name="Google Shape;492;g110278a3477_0_15"/>
          <p:cNvSpPr/>
          <p:nvPr/>
        </p:nvSpPr>
        <p:spPr>
          <a:xfrm>
            <a:off x="6931516" y="873521"/>
            <a:ext cx="1403963" cy="1610777"/>
          </a:xfrm>
          <a:custGeom>
            <a:rect b="b" l="l" r="r" t="t"/>
            <a:pathLst>
              <a:path extrusionOk="0" h="2598027" w="2264456">
                <a:moveTo>
                  <a:pt x="1805917" y="0"/>
                </a:moveTo>
                <a:lnTo>
                  <a:pt x="458283" y="0"/>
                </a:lnTo>
                <a:cubicBezTo>
                  <a:pt x="205136" y="0"/>
                  <a:pt x="0" y="205136"/>
                  <a:pt x="0" y="458283"/>
                </a:cubicBezTo>
                <a:lnTo>
                  <a:pt x="0" y="1991028"/>
                </a:lnTo>
                <a:cubicBezTo>
                  <a:pt x="0" y="2142505"/>
                  <a:pt x="97305" y="2276781"/>
                  <a:pt x="241337" y="2324021"/>
                </a:cubicBezTo>
                <a:lnTo>
                  <a:pt x="1022857" y="2580506"/>
                </a:lnTo>
                <a:cubicBezTo>
                  <a:pt x="1093974" y="2603869"/>
                  <a:pt x="1170483" y="2603869"/>
                  <a:pt x="1241600" y="2580506"/>
                </a:cubicBezTo>
                <a:lnTo>
                  <a:pt x="2023120" y="2324021"/>
                </a:lnTo>
                <a:cubicBezTo>
                  <a:pt x="2167152" y="2276781"/>
                  <a:pt x="2264457" y="2142505"/>
                  <a:pt x="2264457" y="1991028"/>
                </a:cubicBezTo>
                <a:lnTo>
                  <a:pt x="2264457" y="458283"/>
                </a:lnTo>
                <a:cubicBezTo>
                  <a:pt x="2264201" y="205136"/>
                  <a:pt x="2059064" y="0"/>
                  <a:pt x="1805917" y="0"/>
                </a:cubicBezTo>
                <a:close/>
              </a:path>
            </a:pathLst>
          </a:custGeom>
          <a:solidFill>
            <a:srgbClr val="0191B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93" name="Google Shape;493;g110278a3477_0_15"/>
          <p:cNvSpPr/>
          <p:nvPr/>
        </p:nvSpPr>
        <p:spPr>
          <a:xfrm>
            <a:off x="6995260" y="946961"/>
            <a:ext cx="1275982" cy="1464013"/>
          </a:xfrm>
          <a:custGeom>
            <a:rect b="b" l="l" r="r" t="t"/>
            <a:pathLst>
              <a:path extrusionOk="0" h="2361312" w="2058036">
                <a:moveTo>
                  <a:pt x="1641347" y="0"/>
                </a:moveTo>
                <a:lnTo>
                  <a:pt x="416691" y="0"/>
                </a:lnTo>
                <a:cubicBezTo>
                  <a:pt x="186651" y="0"/>
                  <a:pt x="0" y="186394"/>
                  <a:pt x="0" y="416691"/>
                </a:cubicBezTo>
                <a:lnTo>
                  <a:pt x="0" y="1809512"/>
                </a:lnTo>
                <a:cubicBezTo>
                  <a:pt x="0" y="1947125"/>
                  <a:pt x="88319" y="2069334"/>
                  <a:pt x="219257" y="2112210"/>
                </a:cubicBezTo>
                <a:lnTo>
                  <a:pt x="929660" y="2345331"/>
                </a:lnTo>
                <a:cubicBezTo>
                  <a:pt x="994102" y="2366640"/>
                  <a:pt x="1063936" y="2366640"/>
                  <a:pt x="1128377" y="2345331"/>
                </a:cubicBezTo>
                <a:lnTo>
                  <a:pt x="1838781" y="2112210"/>
                </a:lnTo>
                <a:cubicBezTo>
                  <a:pt x="1969462" y="2069334"/>
                  <a:pt x="2058037" y="1947125"/>
                  <a:pt x="2058037" y="1809512"/>
                </a:cubicBezTo>
                <a:lnTo>
                  <a:pt x="2058037" y="416434"/>
                </a:lnTo>
                <a:cubicBezTo>
                  <a:pt x="2058037" y="186394"/>
                  <a:pt x="1871643" y="0"/>
                  <a:pt x="1641347" y="0"/>
                </a:cubicBez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94" name="Google Shape;494;g110278a3477_0_15"/>
          <p:cNvSpPr txBox="1"/>
          <p:nvPr/>
        </p:nvSpPr>
        <p:spPr>
          <a:xfrm>
            <a:off x="3750543" y="1737783"/>
            <a:ext cx="1190700" cy="480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FFFFF"/>
                </a:solidFill>
                <a:latin typeface="Open Sans"/>
                <a:ea typeface="Open Sans"/>
                <a:cs typeface="Open Sans"/>
                <a:sym typeface="Open Sans"/>
              </a:rPr>
              <a:t>Phyiscal data</a:t>
            </a:r>
            <a:endParaRPr b="1" i="0" sz="1450" u="none" cap="none" strike="noStrike">
              <a:solidFill>
                <a:srgbClr val="FFFFFF"/>
              </a:solidFill>
              <a:latin typeface="Open Sans"/>
              <a:ea typeface="Open Sans"/>
              <a:cs typeface="Open Sans"/>
              <a:sym typeface="Open Sans"/>
            </a:endParaRPr>
          </a:p>
        </p:txBody>
      </p:sp>
      <p:sp>
        <p:nvSpPr>
          <p:cNvPr id="495" name="Google Shape;495;g110278a3477_0_15"/>
          <p:cNvSpPr txBox="1"/>
          <p:nvPr/>
        </p:nvSpPr>
        <p:spPr>
          <a:xfrm>
            <a:off x="7031476" y="1692049"/>
            <a:ext cx="1302000" cy="2577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FFFFF"/>
                </a:solidFill>
                <a:latin typeface="Open Sans"/>
                <a:ea typeface="Open Sans"/>
                <a:cs typeface="Open Sans"/>
                <a:sym typeface="Open Sans"/>
              </a:rPr>
              <a:t>MIS/CLOUD</a:t>
            </a:r>
            <a:endParaRPr b="1" i="0" sz="1450" u="none" cap="none" strike="noStrike">
              <a:solidFill>
                <a:srgbClr val="FFFFFF"/>
              </a:solidFill>
              <a:latin typeface="Open Sans"/>
              <a:ea typeface="Open Sans"/>
              <a:cs typeface="Open Sans"/>
              <a:sym typeface="Open Sans"/>
            </a:endParaRPr>
          </a:p>
        </p:txBody>
      </p:sp>
      <p:sp>
        <p:nvSpPr>
          <p:cNvPr id="496" name="Google Shape;496;g110278a3477_0_15"/>
          <p:cNvSpPr/>
          <p:nvPr/>
        </p:nvSpPr>
        <p:spPr>
          <a:xfrm>
            <a:off x="5797799" y="3268008"/>
            <a:ext cx="288679" cy="258767"/>
          </a:xfrm>
          <a:custGeom>
            <a:rect b="b" l="l" r="r" t="t"/>
            <a:pathLst>
              <a:path extrusionOk="0" h="690045" w="769811">
                <a:moveTo>
                  <a:pt x="55617" y="124529"/>
                </a:moveTo>
                <a:lnTo>
                  <a:pt x="205944" y="224747"/>
                </a:lnTo>
                <a:lnTo>
                  <a:pt x="355771" y="15005"/>
                </a:lnTo>
                <a:cubicBezTo>
                  <a:pt x="367253" y="-1086"/>
                  <a:pt x="389605" y="-4822"/>
                  <a:pt x="405696" y="6660"/>
                </a:cubicBezTo>
                <a:cubicBezTo>
                  <a:pt x="408920" y="8961"/>
                  <a:pt x="411740" y="11781"/>
                  <a:pt x="414040" y="15005"/>
                </a:cubicBezTo>
                <a:lnTo>
                  <a:pt x="563866" y="224747"/>
                </a:lnTo>
                <a:lnTo>
                  <a:pt x="714194" y="124529"/>
                </a:lnTo>
                <a:cubicBezTo>
                  <a:pt x="730652" y="113579"/>
                  <a:pt x="752870" y="118044"/>
                  <a:pt x="763819" y="134502"/>
                </a:cubicBezTo>
                <a:cubicBezTo>
                  <a:pt x="768526" y="141576"/>
                  <a:pt x="770562" y="150094"/>
                  <a:pt x="769564" y="158531"/>
                </a:cubicBezTo>
                <a:lnTo>
                  <a:pt x="710758" y="658441"/>
                </a:lnTo>
                <a:cubicBezTo>
                  <a:pt x="708635" y="676462"/>
                  <a:pt x="693362" y="690043"/>
                  <a:pt x="675216" y="690046"/>
                </a:cubicBezTo>
                <a:lnTo>
                  <a:pt x="94595" y="690046"/>
                </a:lnTo>
                <a:cubicBezTo>
                  <a:pt x="76449" y="690043"/>
                  <a:pt x="61176" y="676462"/>
                  <a:pt x="59053" y="658441"/>
                </a:cubicBezTo>
                <a:lnTo>
                  <a:pt x="246" y="158496"/>
                </a:lnTo>
                <a:cubicBezTo>
                  <a:pt x="-2053" y="138862"/>
                  <a:pt x="11998" y="121082"/>
                  <a:pt x="31631" y="118782"/>
                </a:cubicBezTo>
                <a:cubicBezTo>
                  <a:pt x="40055" y="117795"/>
                  <a:pt x="48555" y="119832"/>
                  <a:pt x="55617" y="124529"/>
                </a:cubicBezTo>
                <a:close/>
                <a:moveTo>
                  <a:pt x="384905" y="475292"/>
                </a:moveTo>
                <a:cubicBezTo>
                  <a:pt x="424440" y="475292"/>
                  <a:pt x="456490" y="443243"/>
                  <a:pt x="456490" y="403708"/>
                </a:cubicBezTo>
                <a:cubicBezTo>
                  <a:pt x="456490" y="364173"/>
                  <a:pt x="424440" y="332124"/>
                  <a:pt x="384905" y="332124"/>
                </a:cubicBezTo>
                <a:cubicBezTo>
                  <a:pt x="345370" y="332124"/>
                  <a:pt x="313321" y="364173"/>
                  <a:pt x="313321" y="403708"/>
                </a:cubicBezTo>
                <a:cubicBezTo>
                  <a:pt x="313321" y="443243"/>
                  <a:pt x="345370" y="475292"/>
                  <a:pt x="384905" y="47529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97" name="Google Shape;497;g110278a3477_0_15"/>
          <p:cNvSpPr/>
          <p:nvPr/>
        </p:nvSpPr>
        <p:spPr>
          <a:xfrm>
            <a:off x="7474777" y="1299664"/>
            <a:ext cx="303848" cy="303848"/>
          </a:xfrm>
          <a:custGeom>
            <a:rect b="b" l="l" r="r" t="t"/>
            <a:pathLst>
              <a:path extrusionOk="0" h="190500" w="190500">
                <a:moveTo>
                  <a:pt x="95250" y="85725"/>
                </a:moveTo>
                <a:cubicBezTo>
                  <a:pt x="121553" y="85725"/>
                  <a:pt x="142875" y="107047"/>
                  <a:pt x="142875" y="133350"/>
                </a:cubicBezTo>
                <a:lnTo>
                  <a:pt x="142875" y="190500"/>
                </a:lnTo>
                <a:lnTo>
                  <a:pt x="47625" y="190500"/>
                </a:lnTo>
                <a:lnTo>
                  <a:pt x="47625" y="133350"/>
                </a:lnTo>
                <a:cubicBezTo>
                  <a:pt x="47625" y="107047"/>
                  <a:pt x="68947" y="85725"/>
                  <a:pt x="95250" y="85725"/>
                </a:cubicBezTo>
                <a:close/>
                <a:moveTo>
                  <a:pt x="31318" y="114357"/>
                </a:moveTo>
                <a:cubicBezTo>
                  <a:pt x="29802" y="119470"/>
                  <a:pt x="28907" y="124747"/>
                  <a:pt x="28651" y="130073"/>
                </a:cubicBezTo>
                <a:lnTo>
                  <a:pt x="28575" y="133350"/>
                </a:lnTo>
                <a:lnTo>
                  <a:pt x="28575" y="190500"/>
                </a:lnTo>
                <a:lnTo>
                  <a:pt x="0" y="190500"/>
                </a:lnTo>
                <a:lnTo>
                  <a:pt x="0" y="147638"/>
                </a:lnTo>
                <a:cubicBezTo>
                  <a:pt x="-4" y="130627"/>
                  <a:pt x="12799" y="116342"/>
                  <a:pt x="29708" y="114491"/>
                </a:cubicBezTo>
                <a:lnTo>
                  <a:pt x="31328" y="114357"/>
                </a:lnTo>
                <a:close/>
                <a:moveTo>
                  <a:pt x="159182" y="114357"/>
                </a:moveTo>
                <a:cubicBezTo>
                  <a:pt x="176776" y="115430"/>
                  <a:pt x="190497" y="130010"/>
                  <a:pt x="190500" y="147638"/>
                </a:cubicBezTo>
                <a:lnTo>
                  <a:pt x="190500" y="190500"/>
                </a:lnTo>
                <a:lnTo>
                  <a:pt x="161925" y="190500"/>
                </a:lnTo>
                <a:lnTo>
                  <a:pt x="161925" y="133350"/>
                </a:lnTo>
                <a:cubicBezTo>
                  <a:pt x="161925" y="126749"/>
                  <a:pt x="160973" y="120377"/>
                  <a:pt x="159182" y="114357"/>
                </a:cubicBezTo>
                <a:close/>
                <a:moveTo>
                  <a:pt x="33338" y="57150"/>
                </a:moveTo>
                <a:cubicBezTo>
                  <a:pt x="46489" y="57150"/>
                  <a:pt x="57150" y="67811"/>
                  <a:pt x="57150" y="80963"/>
                </a:cubicBezTo>
                <a:cubicBezTo>
                  <a:pt x="57150" y="94114"/>
                  <a:pt x="46489" y="104775"/>
                  <a:pt x="33338" y="104775"/>
                </a:cubicBezTo>
                <a:cubicBezTo>
                  <a:pt x="20186" y="104775"/>
                  <a:pt x="9525" y="94114"/>
                  <a:pt x="9525" y="80963"/>
                </a:cubicBezTo>
                <a:cubicBezTo>
                  <a:pt x="9525" y="67811"/>
                  <a:pt x="20186" y="57150"/>
                  <a:pt x="33338" y="57150"/>
                </a:cubicBezTo>
                <a:close/>
                <a:moveTo>
                  <a:pt x="157163" y="57150"/>
                </a:moveTo>
                <a:cubicBezTo>
                  <a:pt x="170314" y="57150"/>
                  <a:pt x="180975" y="67811"/>
                  <a:pt x="180975" y="80963"/>
                </a:cubicBezTo>
                <a:cubicBezTo>
                  <a:pt x="180975" y="94114"/>
                  <a:pt x="170314" y="104775"/>
                  <a:pt x="157163" y="104775"/>
                </a:cubicBezTo>
                <a:cubicBezTo>
                  <a:pt x="144011" y="104775"/>
                  <a:pt x="133350" y="94114"/>
                  <a:pt x="133350" y="80963"/>
                </a:cubicBezTo>
                <a:cubicBezTo>
                  <a:pt x="133350" y="67811"/>
                  <a:pt x="144011" y="57150"/>
                  <a:pt x="157163" y="57150"/>
                </a:cubicBezTo>
                <a:close/>
                <a:moveTo>
                  <a:pt x="95250" y="0"/>
                </a:moveTo>
                <a:cubicBezTo>
                  <a:pt x="116292" y="0"/>
                  <a:pt x="133350" y="17058"/>
                  <a:pt x="133350" y="38100"/>
                </a:cubicBezTo>
                <a:cubicBezTo>
                  <a:pt x="133350" y="59142"/>
                  <a:pt x="116292" y="76200"/>
                  <a:pt x="95250" y="76200"/>
                </a:cubicBezTo>
                <a:cubicBezTo>
                  <a:pt x="74208" y="76200"/>
                  <a:pt x="57150" y="59142"/>
                  <a:pt x="57150" y="38100"/>
                </a:cubicBezTo>
                <a:cubicBezTo>
                  <a:pt x="57150" y="17058"/>
                  <a:pt x="74208" y="0"/>
                  <a:pt x="95250"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372154"/>
              </a:solidFill>
              <a:latin typeface="Open Sans"/>
              <a:ea typeface="Open Sans"/>
              <a:cs typeface="Open Sans"/>
              <a:sym typeface="Open Sans"/>
            </a:endParaRPr>
          </a:p>
        </p:txBody>
      </p:sp>
      <p:sp>
        <p:nvSpPr>
          <p:cNvPr id="498" name="Google Shape;498;g110278a3477_0_15"/>
          <p:cNvSpPr txBox="1"/>
          <p:nvPr/>
        </p:nvSpPr>
        <p:spPr>
          <a:xfrm>
            <a:off x="5370825" y="3746945"/>
            <a:ext cx="1190700" cy="2577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FFFFF"/>
                </a:solidFill>
                <a:latin typeface="Open Sans"/>
                <a:ea typeface="Open Sans"/>
                <a:cs typeface="Open Sans"/>
                <a:sym typeface="Open Sans"/>
              </a:rPr>
              <a:t>Ed tech</a:t>
            </a:r>
            <a:endParaRPr b="1" i="0" sz="1450" u="none" cap="none" strike="noStrike">
              <a:solidFill>
                <a:srgbClr val="FFFFFF"/>
              </a:solidFill>
              <a:latin typeface="Open Sans"/>
              <a:ea typeface="Open Sans"/>
              <a:cs typeface="Open Sans"/>
              <a:sym typeface="Open Sans"/>
            </a:endParaRPr>
          </a:p>
        </p:txBody>
      </p:sp>
      <p:sp>
        <p:nvSpPr>
          <p:cNvPr id="499" name="Google Shape;499;g110278a3477_0_15"/>
          <p:cNvSpPr txBox="1"/>
          <p:nvPr/>
        </p:nvSpPr>
        <p:spPr>
          <a:xfrm>
            <a:off x="3740073" y="2484298"/>
            <a:ext cx="1113000" cy="25620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     Staff names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Student names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Contacts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Financial</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Employment</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Contracts/HR</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SEND</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PP</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Assessment</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Safeguarding</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Medical</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Behaviour </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
        <p:nvSpPr>
          <p:cNvPr id="500" name="Google Shape;500;g110278a3477_0_15"/>
          <p:cNvSpPr txBox="1"/>
          <p:nvPr/>
        </p:nvSpPr>
        <p:spPr>
          <a:xfrm>
            <a:off x="7075947" y="2590806"/>
            <a:ext cx="1113000" cy="2289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
        <p:nvSpPr>
          <p:cNvPr id="501" name="Google Shape;501;g110278a3477_0_15"/>
          <p:cNvSpPr txBox="1"/>
          <p:nvPr/>
        </p:nvSpPr>
        <p:spPr>
          <a:xfrm>
            <a:off x="5429912" y="1149600"/>
            <a:ext cx="1113000" cy="13953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Names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Contact details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Attendance</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Assessment</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SEND</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rPr b="0" i="0" lang="en-US" sz="1263" u="none" cap="none" strike="noStrike">
                <a:solidFill>
                  <a:srgbClr val="002060"/>
                </a:solidFill>
                <a:latin typeface="Calibri"/>
                <a:ea typeface="Calibri"/>
                <a:cs typeface="Calibri"/>
                <a:sym typeface="Calibri"/>
              </a:rPr>
              <a:t>PP</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
        <p:nvSpPr>
          <p:cNvPr id="502" name="Google Shape;502;g110278a3477_0_15"/>
          <p:cNvSpPr txBox="1"/>
          <p:nvPr/>
        </p:nvSpPr>
        <p:spPr>
          <a:xfrm>
            <a:off x="784406" y="1198460"/>
            <a:ext cx="2965500" cy="143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2900" u="none" cap="none" strike="noStrike">
                <a:solidFill>
                  <a:srgbClr val="FFFFFF"/>
                </a:solidFill>
                <a:latin typeface="Calibri"/>
                <a:ea typeface="Calibri"/>
                <a:cs typeface="Calibri"/>
                <a:sym typeface="Calibri"/>
              </a:rPr>
              <a:t>Identify what data is held on  different systems</a:t>
            </a:r>
            <a:endParaRPr b="1" i="0" sz="700" u="none" cap="none" strike="noStrike">
              <a:solidFill>
                <a:srgbClr val="000000"/>
              </a:solidFill>
              <a:latin typeface="Calibri"/>
              <a:ea typeface="Calibri"/>
              <a:cs typeface="Calibri"/>
              <a:sym typeface="Calibri"/>
            </a:endParaRPr>
          </a:p>
        </p:txBody>
      </p:sp>
      <p:sp>
        <p:nvSpPr>
          <p:cNvPr id="503" name="Google Shape;503;g110278a3477_0_15"/>
          <p:cNvSpPr/>
          <p:nvPr/>
        </p:nvSpPr>
        <p:spPr>
          <a:xfrm>
            <a:off x="-695350" y="3374562"/>
            <a:ext cx="3474300" cy="8835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04" name="Google Shape;504;g110278a3477_0_15"/>
          <p:cNvSpPr txBox="1"/>
          <p:nvPr/>
        </p:nvSpPr>
        <p:spPr>
          <a:xfrm>
            <a:off x="-206450" y="3687950"/>
            <a:ext cx="2772000" cy="3732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Do you know what data is held on your systems and how old that data is?</a:t>
            </a:r>
            <a:endParaRPr b="1" i="0" sz="1100" u="none" cap="none" strike="noStrike">
              <a:solidFill>
                <a:srgbClr val="002060"/>
              </a:solidFill>
              <a:latin typeface="Open Sans"/>
              <a:ea typeface="Open Sans"/>
              <a:cs typeface="Open Sans"/>
              <a:sym typeface="Open Sans"/>
            </a:endParaRPr>
          </a:p>
        </p:txBody>
      </p:sp>
      <p:sp>
        <p:nvSpPr>
          <p:cNvPr id="505" name="Google Shape;505;g110278a3477_0_15"/>
          <p:cNvSpPr txBox="1"/>
          <p:nvPr/>
        </p:nvSpPr>
        <p:spPr>
          <a:xfrm>
            <a:off x="792930" y="2696161"/>
            <a:ext cx="2370300" cy="1674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863"/>
              <a:buFont typeface="Arial"/>
              <a:buNone/>
            </a:pPr>
            <a:r>
              <a:t/>
            </a:r>
            <a:endParaRPr b="0" i="0" sz="863" u="none" cap="none" strike="noStrike">
              <a:solidFill>
                <a:srgbClr val="FFFFFF"/>
              </a:solidFill>
              <a:latin typeface="Open Sans"/>
              <a:ea typeface="Open Sans"/>
              <a:cs typeface="Open Sans"/>
              <a:sym typeface="Open Sans"/>
            </a:endParaRPr>
          </a:p>
        </p:txBody>
      </p:sp>
      <p:sp>
        <p:nvSpPr>
          <p:cNvPr id="506" name="Google Shape;506;g110278a3477_0_15"/>
          <p:cNvSpPr/>
          <p:nvPr/>
        </p:nvSpPr>
        <p:spPr>
          <a:xfrm>
            <a:off x="2565553" y="3600723"/>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507" name="Google Shape;507;g110278a3477_0_15"/>
          <p:cNvSpPr/>
          <p:nvPr/>
        </p:nvSpPr>
        <p:spPr>
          <a:xfrm rot="-599865">
            <a:off x="-307151" y="1686789"/>
            <a:ext cx="876104" cy="415834"/>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08" name="Google Shape;508;g110278a3477_0_15"/>
          <p:cNvSpPr/>
          <p:nvPr/>
        </p:nvSpPr>
        <p:spPr>
          <a:xfrm rot="-600812">
            <a:off x="-409330" y="2023639"/>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09" name="Google Shape;509;g110278a3477_0_15"/>
          <p:cNvSpPr/>
          <p:nvPr/>
        </p:nvSpPr>
        <p:spPr>
          <a:xfrm rot="-599865">
            <a:off x="8538597" y="4237971"/>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10" name="Google Shape;510;g110278a3477_0_15"/>
          <p:cNvSpPr/>
          <p:nvPr/>
        </p:nvSpPr>
        <p:spPr>
          <a:xfrm rot="-600812">
            <a:off x="8889799" y="4486341"/>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11" name="Google Shape;511;g110278a3477_0_15"/>
          <p:cNvSpPr/>
          <p:nvPr/>
        </p:nvSpPr>
        <p:spPr>
          <a:xfrm>
            <a:off x="4203089" y="1286751"/>
            <a:ext cx="274266" cy="274266"/>
          </a:xfrm>
          <a:custGeom>
            <a:rect b="b" l="l" r="r" t="t"/>
            <a:pathLst>
              <a:path extrusionOk="0" h="21600" w="21600">
                <a:moveTo>
                  <a:pt x="20771" y="0"/>
                </a:moveTo>
                <a:cubicBezTo>
                  <a:pt x="439" y="0"/>
                  <a:pt x="439" y="0"/>
                  <a:pt x="439" y="0"/>
                </a:cubicBezTo>
                <a:cubicBezTo>
                  <a:pt x="0" y="0"/>
                  <a:pt x="0" y="434"/>
                  <a:pt x="0" y="922"/>
                </a:cubicBezTo>
                <a:cubicBezTo>
                  <a:pt x="0" y="3799"/>
                  <a:pt x="0" y="3799"/>
                  <a:pt x="0" y="3799"/>
                </a:cubicBezTo>
                <a:cubicBezTo>
                  <a:pt x="21600" y="3799"/>
                  <a:pt x="21600" y="3799"/>
                  <a:pt x="21600" y="3799"/>
                </a:cubicBezTo>
                <a:cubicBezTo>
                  <a:pt x="21600" y="922"/>
                  <a:pt x="21600" y="922"/>
                  <a:pt x="21600" y="922"/>
                </a:cubicBezTo>
                <a:cubicBezTo>
                  <a:pt x="21600" y="434"/>
                  <a:pt x="21161" y="0"/>
                  <a:pt x="20771" y="0"/>
                </a:cubicBezTo>
                <a:close/>
                <a:moveTo>
                  <a:pt x="1316" y="19700"/>
                </a:moveTo>
                <a:cubicBezTo>
                  <a:pt x="1316" y="20623"/>
                  <a:pt x="1755" y="21600"/>
                  <a:pt x="2633" y="21600"/>
                </a:cubicBezTo>
                <a:cubicBezTo>
                  <a:pt x="18577" y="21600"/>
                  <a:pt x="18577" y="21600"/>
                  <a:pt x="18577" y="21600"/>
                </a:cubicBezTo>
                <a:cubicBezTo>
                  <a:pt x="19894" y="21600"/>
                  <a:pt x="20332" y="20623"/>
                  <a:pt x="20332" y="19700"/>
                </a:cubicBezTo>
                <a:cubicBezTo>
                  <a:pt x="20332" y="5264"/>
                  <a:pt x="20332" y="5264"/>
                  <a:pt x="20332" y="5264"/>
                </a:cubicBezTo>
                <a:cubicBezTo>
                  <a:pt x="1316" y="5264"/>
                  <a:pt x="1316" y="5264"/>
                  <a:pt x="1316" y="5264"/>
                </a:cubicBezTo>
                <a:lnTo>
                  <a:pt x="1316" y="19700"/>
                </a:lnTo>
                <a:close/>
                <a:moveTo>
                  <a:pt x="7362" y="8141"/>
                </a:moveTo>
                <a:cubicBezTo>
                  <a:pt x="14286" y="8141"/>
                  <a:pt x="14286" y="8141"/>
                  <a:pt x="14286" y="8141"/>
                </a:cubicBezTo>
                <a:cubicBezTo>
                  <a:pt x="14286" y="10529"/>
                  <a:pt x="14286" y="10529"/>
                  <a:pt x="14286" y="10529"/>
                </a:cubicBezTo>
                <a:cubicBezTo>
                  <a:pt x="7362" y="10529"/>
                  <a:pt x="7362" y="10529"/>
                  <a:pt x="7362" y="10529"/>
                </a:cubicBezTo>
                <a:lnTo>
                  <a:pt x="7362" y="8141"/>
                </a:lnTo>
                <a:close/>
              </a:path>
            </a:pathLst>
          </a:custGeom>
          <a:solidFill>
            <a:schemeClr val="l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25"/>
              <a:buFont typeface="Arial"/>
              <a:buNone/>
            </a:pPr>
            <a:r>
              <a:t/>
            </a:r>
            <a:endParaRPr b="0" i="0" sz="2325" u="none" cap="none" strike="noStrike">
              <a:solidFill>
                <a:srgbClr val="372154"/>
              </a:solidFill>
              <a:latin typeface="Open Sans"/>
              <a:ea typeface="Open Sans"/>
              <a:cs typeface="Open Sans"/>
              <a:sym typeface="Open Sans"/>
            </a:endParaRPr>
          </a:p>
        </p:txBody>
      </p:sp>
      <p:pic>
        <p:nvPicPr>
          <p:cNvPr descr="Icon&#10;&#10;Description automatically generated" id="512" name="Google Shape;512;g110278a3477_0_15"/>
          <p:cNvPicPr preferRelativeResize="0"/>
          <p:nvPr/>
        </p:nvPicPr>
        <p:blipFill rotWithShape="1">
          <a:blip r:embed="rId4">
            <a:alphaModFix/>
          </a:blip>
          <a:srcRect b="0" l="0" r="0" t="0"/>
          <a:stretch/>
        </p:blipFill>
        <p:spPr>
          <a:xfrm>
            <a:off x="-695359" y="3529539"/>
            <a:ext cx="579125" cy="579125"/>
          </a:xfrm>
          <a:prstGeom prst="rect">
            <a:avLst/>
          </a:prstGeom>
          <a:noFill/>
          <a:ln>
            <a:noFill/>
          </a:ln>
        </p:spPr>
      </p:pic>
      <p:pic>
        <p:nvPicPr>
          <p:cNvPr id="513" name="Google Shape;513;g110278a3477_0_15"/>
          <p:cNvPicPr preferRelativeResize="0"/>
          <p:nvPr/>
        </p:nvPicPr>
        <p:blipFill rotWithShape="1">
          <a:blip r:embed="rId5">
            <a:alphaModFix/>
          </a:blip>
          <a:srcRect b="0" l="0" r="0" t="0"/>
          <a:stretch/>
        </p:blipFill>
        <p:spPr>
          <a:xfrm>
            <a:off x="0" y="1"/>
            <a:ext cx="2083606" cy="561600"/>
          </a:xfrm>
          <a:prstGeom prst="rect">
            <a:avLst/>
          </a:prstGeom>
          <a:noFill/>
          <a:ln>
            <a:noFill/>
          </a:ln>
        </p:spPr>
      </p:pic>
      <p:sp>
        <p:nvSpPr>
          <p:cNvPr id="514" name="Google Shape;514;g110278a3477_0_15"/>
          <p:cNvSpPr txBox="1"/>
          <p:nvPr/>
        </p:nvSpPr>
        <p:spPr>
          <a:xfrm>
            <a:off x="7071050" y="2505338"/>
            <a:ext cx="1190700" cy="2562000"/>
          </a:xfrm>
          <a:prstGeom prst="rect">
            <a:avLst/>
          </a:prstGeom>
          <a:noFill/>
          <a:ln>
            <a:noFill/>
          </a:ln>
        </p:spPr>
        <p:txBody>
          <a:bodyPr anchorCtr="0" anchor="ctr" bIns="17125" lIns="17125" spcFirstLastPara="1" rIns="17125" wrap="square" tIns="17125">
            <a:spAutoFit/>
          </a:bodyPr>
          <a:lstStyle/>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Names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Photos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Contact details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Attendance</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Employment</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Contracts/HR</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Census</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Assessment</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SEND</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PP</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rPr b="0" i="0" lang="en-US" sz="1263" u="none" cap="none" strike="noStrike">
                <a:solidFill>
                  <a:srgbClr val="002060"/>
                </a:solidFill>
                <a:latin typeface="Calibri"/>
                <a:ea typeface="Calibri"/>
                <a:cs typeface="Calibri"/>
                <a:sym typeface="Calibri"/>
              </a:rPr>
              <a:t>Behaviour</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63"/>
              <a:buFont typeface="Arial"/>
              <a:buNone/>
            </a:pPr>
            <a:r>
              <a:t/>
            </a:r>
            <a:endParaRPr b="0" i="0" sz="1263"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63"/>
              <a:buFont typeface="Arial"/>
              <a:buNone/>
            </a:pPr>
            <a:r>
              <a:t/>
            </a:r>
            <a:endParaRPr b="0" i="0" sz="1263" u="none" cap="none" strike="noStrike">
              <a:solidFill>
                <a:srgbClr val="00206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519" name="Shape 519"/>
        <p:cNvGrpSpPr/>
        <p:nvPr/>
      </p:nvGrpSpPr>
      <p:grpSpPr>
        <a:xfrm>
          <a:off x="0" y="0"/>
          <a:ext cx="0" cy="0"/>
          <a:chOff x="0" y="0"/>
          <a:chExt cx="0" cy="0"/>
        </a:xfrm>
      </p:grpSpPr>
      <p:sp>
        <p:nvSpPr>
          <p:cNvPr id="520" name="Google Shape;520;g11263600bd5_0_2"/>
          <p:cNvSpPr txBox="1"/>
          <p:nvPr/>
        </p:nvSpPr>
        <p:spPr>
          <a:xfrm>
            <a:off x="1192696" y="746442"/>
            <a:ext cx="7010400" cy="38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Develop data retention policies and schedules</a:t>
            </a:r>
            <a:endParaRPr b="0" i="0" sz="200" u="none" cap="none" strike="noStrike">
              <a:solidFill>
                <a:srgbClr val="000000"/>
              </a:solidFill>
              <a:latin typeface="Calibri"/>
              <a:ea typeface="Calibri"/>
              <a:cs typeface="Calibri"/>
              <a:sym typeface="Calibri"/>
            </a:endParaRPr>
          </a:p>
        </p:txBody>
      </p:sp>
      <p:sp>
        <p:nvSpPr>
          <p:cNvPr id="521" name="Google Shape;521;g11263600bd5_0_2"/>
          <p:cNvSpPr/>
          <p:nvPr/>
        </p:nvSpPr>
        <p:spPr>
          <a:xfrm rot="-599865">
            <a:off x="-225973" y="4335624"/>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22" name="Google Shape;522;g11263600bd5_0_2"/>
          <p:cNvSpPr/>
          <p:nvPr/>
        </p:nvSpPr>
        <p:spPr>
          <a:xfrm rot="-600812">
            <a:off x="-265938" y="4718935"/>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23" name="Google Shape;523;g11263600bd5_0_2"/>
          <p:cNvSpPr/>
          <p:nvPr/>
        </p:nvSpPr>
        <p:spPr>
          <a:xfrm rot="-599865">
            <a:off x="8447426" y="797252"/>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24" name="Google Shape;524;g11263600bd5_0_2"/>
          <p:cNvSpPr/>
          <p:nvPr/>
        </p:nvSpPr>
        <p:spPr>
          <a:xfrm rot="-600812">
            <a:off x="8622753" y="1184817"/>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25" name="Google Shape;525;g11263600bd5_0_2"/>
          <p:cNvSpPr/>
          <p:nvPr/>
        </p:nvSpPr>
        <p:spPr>
          <a:xfrm>
            <a:off x="5917205" y="42712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26" name="Google Shape;526;g11263600bd5_0_2"/>
          <p:cNvSpPr txBox="1"/>
          <p:nvPr/>
        </p:nvSpPr>
        <p:spPr>
          <a:xfrm>
            <a:off x="6513400" y="4354899"/>
            <a:ext cx="1797000" cy="3732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It was never going to be easy!</a:t>
            </a:r>
            <a:endParaRPr b="1" i="0" sz="1100" u="none" cap="none" strike="noStrike">
              <a:solidFill>
                <a:srgbClr val="002060"/>
              </a:solidFill>
              <a:latin typeface="Open Sans"/>
              <a:ea typeface="Open Sans"/>
              <a:cs typeface="Open Sans"/>
              <a:sym typeface="Open Sans"/>
            </a:endParaRPr>
          </a:p>
        </p:txBody>
      </p:sp>
      <p:sp>
        <p:nvSpPr>
          <p:cNvPr id="527" name="Google Shape;527;g11263600bd5_0_2"/>
          <p:cNvSpPr/>
          <p:nvPr/>
        </p:nvSpPr>
        <p:spPr>
          <a:xfrm>
            <a:off x="8233083" y="42359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528" name="Google Shape;528;g11263600bd5_0_2"/>
          <p:cNvPicPr preferRelativeResize="0"/>
          <p:nvPr/>
        </p:nvPicPr>
        <p:blipFill rotWithShape="1">
          <a:blip r:embed="rId3">
            <a:alphaModFix/>
          </a:blip>
          <a:srcRect b="0" l="0" r="0" t="0"/>
          <a:stretch/>
        </p:blipFill>
        <p:spPr>
          <a:xfrm>
            <a:off x="5898696" y="4364846"/>
            <a:ext cx="579125" cy="579125"/>
          </a:xfrm>
          <a:prstGeom prst="rect">
            <a:avLst/>
          </a:prstGeom>
          <a:noFill/>
          <a:ln>
            <a:noFill/>
          </a:ln>
        </p:spPr>
      </p:pic>
      <p:pic>
        <p:nvPicPr>
          <p:cNvPr id="529" name="Google Shape;529;g11263600bd5_0_2"/>
          <p:cNvPicPr preferRelativeResize="0"/>
          <p:nvPr/>
        </p:nvPicPr>
        <p:blipFill rotWithShape="1">
          <a:blip r:embed="rId4">
            <a:alphaModFix/>
          </a:blip>
          <a:srcRect b="0" l="0" r="0" t="0"/>
          <a:stretch/>
        </p:blipFill>
        <p:spPr>
          <a:xfrm>
            <a:off x="0" y="1"/>
            <a:ext cx="2083606" cy="561600"/>
          </a:xfrm>
          <a:prstGeom prst="rect">
            <a:avLst/>
          </a:prstGeom>
          <a:noFill/>
          <a:ln>
            <a:noFill/>
          </a:ln>
        </p:spPr>
      </p:pic>
      <p:sp>
        <p:nvSpPr>
          <p:cNvPr id="530" name="Google Shape;530;g11263600bd5_0_2"/>
          <p:cNvSpPr txBox="1"/>
          <p:nvPr/>
        </p:nvSpPr>
        <p:spPr>
          <a:xfrm>
            <a:off x="633900" y="1564758"/>
            <a:ext cx="7784100" cy="316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chemeClr val="dk1"/>
              </a:buClr>
              <a:buSzPts val="1100"/>
              <a:buFont typeface="Arial"/>
              <a:buNone/>
            </a:pPr>
            <a:r>
              <a:t/>
            </a:r>
            <a:endParaRPr b="1" sz="1000">
              <a:solidFill>
                <a:schemeClr val="dk1"/>
              </a:solidFill>
              <a:latin typeface="Calibri"/>
              <a:ea typeface="Calibri"/>
              <a:cs typeface="Calibri"/>
              <a:sym typeface="Calibri"/>
            </a:endParaRPr>
          </a:p>
          <a:p>
            <a:pPr indent="0" lvl="0" marL="0" rtl="0" algn="l">
              <a:lnSpc>
                <a:spcPct val="131579"/>
              </a:lnSpc>
              <a:spcBef>
                <a:spcPts val="0"/>
              </a:spcBef>
              <a:spcAft>
                <a:spcPts val="0"/>
              </a:spcAft>
              <a:buClr>
                <a:schemeClr val="dk1"/>
              </a:buClr>
              <a:buSzPts val="1100"/>
              <a:buFont typeface="Arial"/>
              <a:buNone/>
            </a:pPr>
            <a:r>
              <a:rPr lang="en-US" sz="1450">
                <a:solidFill>
                  <a:srgbClr val="0B0C0C"/>
                </a:solidFill>
                <a:highlight>
                  <a:srgbClr val="FFFFFF"/>
                </a:highlight>
              </a:rPr>
              <a:t>Your data retention policy/schedule should explain how long you need to keep information. It should set out:</a:t>
            </a:r>
            <a:endParaRPr sz="1450">
              <a:solidFill>
                <a:srgbClr val="0B0C0C"/>
              </a:solidFill>
              <a:highlight>
                <a:srgbClr val="FFFFFF"/>
              </a:highlight>
            </a:endParaRPr>
          </a:p>
          <a:p>
            <a:pPr indent="-320675" lvl="0" marL="647700" rtl="0" algn="l">
              <a:lnSpc>
                <a:spcPct val="131579"/>
              </a:lnSpc>
              <a:spcBef>
                <a:spcPts val="1500"/>
              </a:spcBef>
              <a:spcAft>
                <a:spcPts val="0"/>
              </a:spcAft>
              <a:buClr>
                <a:srgbClr val="0B0C0C"/>
              </a:buClr>
              <a:buSzPts val="1450"/>
              <a:buChar char="●"/>
            </a:pPr>
            <a:r>
              <a:rPr lang="en-US" sz="1450">
                <a:solidFill>
                  <a:srgbClr val="0B0C0C"/>
                </a:solidFill>
                <a:highlight>
                  <a:srgbClr val="FFFFFF"/>
                </a:highlight>
              </a:rPr>
              <a:t>why you’re holding this data</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your justification for keeping the data</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the lawful basis for processing and keeping the data</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if you’ll pass this data on and, if so, once you’ve passed it on, if you need to keep it</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the steps you’ll take when you destroy any personal data</a:t>
            </a:r>
            <a:endParaRPr sz="1450">
              <a:solidFill>
                <a:srgbClr val="0B0C0C"/>
              </a:solidFill>
              <a:highlight>
                <a:srgbClr val="FFFFFF"/>
              </a:highlight>
            </a:endParaRPr>
          </a:p>
          <a:p>
            <a:pPr indent="0" lvl="0" marL="0" marR="0" rtl="0" algn="l">
              <a:lnSpc>
                <a:spcPct val="90000"/>
              </a:lnSpc>
              <a:spcBef>
                <a:spcPts val="1900"/>
              </a:spcBef>
              <a:spcAft>
                <a:spcPts val="0"/>
              </a:spcAft>
              <a:buClr>
                <a:schemeClr val="dk1"/>
              </a:buClr>
              <a:buSzPts val="1100"/>
              <a:buFont typeface="Arial"/>
              <a:buNone/>
            </a:pPr>
            <a:r>
              <a:t/>
            </a:r>
            <a:endParaRPr b="1"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535" name="Shape 535"/>
        <p:cNvGrpSpPr/>
        <p:nvPr/>
      </p:nvGrpSpPr>
      <p:grpSpPr>
        <a:xfrm>
          <a:off x="0" y="0"/>
          <a:ext cx="0" cy="0"/>
          <a:chOff x="0" y="0"/>
          <a:chExt cx="0" cy="0"/>
        </a:xfrm>
      </p:grpSpPr>
      <p:sp>
        <p:nvSpPr>
          <p:cNvPr id="536" name="Google Shape;536;g228b735267f_0_31"/>
          <p:cNvSpPr txBox="1"/>
          <p:nvPr/>
        </p:nvSpPr>
        <p:spPr>
          <a:xfrm>
            <a:off x="1192696" y="746442"/>
            <a:ext cx="7010400" cy="38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Develop data retention policies and schedules</a:t>
            </a:r>
            <a:endParaRPr b="0" i="0" sz="200" u="none" cap="none" strike="noStrike">
              <a:solidFill>
                <a:srgbClr val="000000"/>
              </a:solidFill>
              <a:latin typeface="Calibri"/>
              <a:ea typeface="Calibri"/>
              <a:cs typeface="Calibri"/>
              <a:sym typeface="Calibri"/>
            </a:endParaRPr>
          </a:p>
        </p:txBody>
      </p:sp>
      <p:sp>
        <p:nvSpPr>
          <p:cNvPr id="537" name="Google Shape;537;g228b735267f_0_31"/>
          <p:cNvSpPr/>
          <p:nvPr/>
        </p:nvSpPr>
        <p:spPr>
          <a:xfrm rot="-599865">
            <a:off x="-225973" y="4335624"/>
            <a:ext cx="876104" cy="415834"/>
          </a:xfrm>
          <a:prstGeom prst="parallelogram">
            <a:avLst>
              <a:gd fmla="val 38575" name="adj"/>
            </a:avLst>
          </a:prstGeom>
          <a:solidFill>
            <a:srgbClr val="FFFFFF">
              <a:alpha val="4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38" name="Google Shape;538;g228b735267f_0_31"/>
          <p:cNvSpPr/>
          <p:nvPr/>
        </p:nvSpPr>
        <p:spPr>
          <a:xfrm rot="-600812">
            <a:off x="-265938" y="4718935"/>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39" name="Google Shape;539;g228b735267f_0_31"/>
          <p:cNvSpPr/>
          <p:nvPr/>
        </p:nvSpPr>
        <p:spPr>
          <a:xfrm rot="-599865">
            <a:off x="8447426" y="797252"/>
            <a:ext cx="876104" cy="415834"/>
          </a:xfrm>
          <a:prstGeom prst="parallelogram">
            <a:avLst>
              <a:gd fmla="val 38575" name="adj"/>
            </a:avLst>
          </a:prstGeom>
          <a:solidFill>
            <a:srgbClr val="FFFFFF">
              <a:alpha val="4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40" name="Google Shape;540;g228b735267f_0_31"/>
          <p:cNvSpPr/>
          <p:nvPr/>
        </p:nvSpPr>
        <p:spPr>
          <a:xfrm rot="-600812">
            <a:off x="8622753" y="1184817"/>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41" name="Google Shape;541;g228b735267f_0_31"/>
          <p:cNvSpPr/>
          <p:nvPr/>
        </p:nvSpPr>
        <p:spPr>
          <a:xfrm>
            <a:off x="5917205" y="42712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42" name="Google Shape;542;g228b735267f_0_31"/>
          <p:cNvSpPr txBox="1"/>
          <p:nvPr/>
        </p:nvSpPr>
        <p:spPr>
          <a:xfrm>
            <a:off x="6513400" y="4354899"/>
            <a:ext cx="1797000" cy="3732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It was never going to be easy!</a:t>
            </a:r>
            <a:endParaRPr b="1" i="0" sz="1100" u="none" cap="none" strike="noStrike">
              <a:solidFill>
                <a:srgbClr val="002060"/>
              </a:solidFill>
              <a:latin typeface="Open Sans"/>
              <a:ea typeface="Open Sans"/>
              <a:cs typeface="Open Sans"/>
              <a:sym typeface="Open Sans"/>
            </a:endParaRPr>
          </a:p>
        </p:txBody>
      </p:sp>
      <p:sp>
        <p:nvSpPr>
          <p:cNvPr id="543" name="Google Shape;543;g228b735267f_0_31"/>
          <p:cNvSpPr/>
          <p:nvPr/>
        </p:nvSpPr>
        <p:spPr>
          <a:xfrm>
            <a:off x="8233083" y="42359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544" name="Google Shape;544;g228b735267f_0_31"/>
          <p:cNvPicPr preferRelativeResize="0"/>
          <p:nvPr/>
        </p:nvPicPr>
        <p:blipFill rotWithShape="1">
          <a:blip r:embed="rId3">
            <a:alphaModFix/>
          </a:blip>
          <a:srcRect b="0" l="0" r="0" t="0"/>
          <a:stretch/>
        </p:blipFill>
        <p:spPr>
          <a:xfrm>
            <a:off x="5898696" y="4364846"/>
            <a:ext cx="579125" cy="579125"/>
          </a:xfrm>
          <a:prstGeom prst="rect">
            <a:avLst/>
          </a:prstGeom>
          <a:noFill/>
          <a:ln>
            <a:noFill/>
          </a:ln>
        </p:spPr>
      </p:pic>
      <p:pic>
        <p:nvPicPr>
          <p:cNvPr id="545" name="Google Shape;545;g228b735267f_0_31"/>
          <p:cNvPicPr preferRelativeResize="0"/>
          <p:nvPr/>
        </p:nvPicPr>
        <p:blipFill rotWithShape="1">
          <a:blip r:embed="rId4">
            <a:alphaModFix/>
          </a:blip>
          <a:srcRect b="0" l="0" r="0" t="0"/>
          <a:stretch/>
        </p:blipFill>
        <p:spPr>
          <a:xfrm>
            <a:off x="0" y="1"/>
            <a:ext cx="2083606" cy="561600"/>
          </a:xfrm>
          <a:prstGeom prst="rect">
            <a:avLst/>
          </a:prstGeom>
          <a:noFill/>
          <a:ln>
            <a:noFill/>
          </a:ln>
        </p:spPr>
      </p:pic>
      <p:sp>
        <p:nvSpPr>
          <p:cNvPr id="546" name="Google Shape;546;g228b735267f_0_31"/>
          <p:cNvSpPr txBox="1"/>
          <p:nvPr/>
        </p:nvSpPr>
        <p:spPr>
          <a:xfrm>
            <a:off x="645225" y="1285983"/>
            <a:ext cx="7784100" cy="4449000"/>
          </a:xfrm>
          <a:prstGeom prst="rect">
            <a:avLst/>
          </a:prstGeom>
          <a:noFill/>
          <a:ln>
            <a:noFill/>
          </a:ln>
        </p:spPr>
        <p:txBody>
          <a:bodyPr anchorCtr="0" anchor="t" bIns="91425" lIns="91425" spcFirstLastPara="1" rIns="91425" wrap="square" tIns="91425">
            <a:spAutoFit/>
          </a:bodyPr>
          <a:lstStyle/>
          <a:p>
            <a:pPr indent="0" lvl="0" marL="0" rtl="0" algn="l">
              <a:lnSpc>
                <a:spcPct val="131579"/>
              </a:lnSpc>
              <a:spcBef>
                <a:spcPts val="1500"/>
              </a:spcBef>
              <a:spcAft>
                <a:spcPts val="0"/>
              </a:spcAft>
              <a:buNone/>
            </a:pPr>
            <a:r>
              <a:rPr lang="en-US" sz="1450">
                <a:solidFill>
                  <a:srgbClr val="0B0C0C"/>
                </a:solidFill>
                <a:highlight>
                  <a:srgbClr val="FFFFFF"/>
                </a:highlight>
              </a:rPr>
              <a:t>When setting a data retention policy/schedule, consider:</a:t>
            </a:r>
            <a:endParaRPr sz="1450">
              <a:solidFill>
                <a:srgbClr val="0B0C0C"/>
              </a:solidFill>
              <a:highlight>
                <a:srgbClr val="FFFFFF"/>
              </a:highlight>
            </a:endParaRPr>
          </a:p>
          <a:p>
            <a:pPr indent="-320675" lvl="0" marL="647700" rtl="0" algn="l">
              <a:lnSpc>
                <a:spcPct val="131579"/>
              </a:lnSpc>
              <a:spcBef>
                <a:spcPts val="1500"/>
              </a:spcBef>
              <a:spcAft>
                <a:spcPts val="0"/>
              </a:spcAft>
              <a:buClr>
                <a:srgbClr val="0B0C0C"/>
              </a:buClr>
              <a:buSzPts val="1450"/>
              <a:buChar char="●"/>
            </a:pPr>
            <a:r>
              <a:rPr lang="en-US" sz="1450">
                <a:solidFill>
                  <a:srgbClr val="0B0C0C"/>
                </a:solidFill>
                <a:highlight>
                  <a:srgbClr val="FFFFFF"/>
                </a:highlight>
              </a:rPr>
              <a:t>why you’re holding this data</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if there’s a legal duty to keep the information for a set period of time</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whether you’ll need to share the data and, if so, whether you need to keep it after sharing it</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if it’s more appropriate for another organisation such as the local authority to keep the information in the long term</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if you’ll need the data to meet Ofsted’s requirements</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whether you can delete or depersonalise some of the information</a:t>
            </a:r>
            <a:endParaRPr sz="1450">
              <a:solidFill>
                <a:srgbClr val="0B0C0C"/>
              </a:solidFill>
              <a:highlight>
                <a:srgbClr val="FFFFFF"/>
              </a:highlight>
            </a:endParaRPr>
          </a:p>
          <a:p>
            <a:pPr indent="-320675" lvl="0" marL="647700" rtl="0" algn="l">
              <a:lnSpc>
                <a:spcPct val="131579"/>
              </a:lnSpc>
              <a:spcBef>
                <a:spcPts val="0"/>
              </a:spcBef>
              <a:spcAft>
                <a:spcPts val="0"/>
              </a:spcAft>
              <a:buClr>
                <a:srgbClr val="0B0C0C"/>
              </a:buClr>
              <a:buSzPts val="1450"/>
              <a:buChar char="●"/>
            </a:pPr>
            <a:r>
              <a:rPr lang="en-US" sz="1450">
                <a:solidFill>
                  <a:srgbClr val="0B0C0C"/>
                </a:solidFill>
                <a:highlight>
                  <a:srgbClr val="FFFFFF"/>
                </a:highlight>
              </a:rPr>
              <a:t>if you have a justification to keep the data</a:t>
            </a:r>
            <a:endParaRPr sz="1450">
              <a:solidFill>
                <a:srgbClr val="0B0C0C"/>
              </a:solidFill>
              <a:highlight>
                <a:srgbClr val="FFFFFF"/>
              </a:highlight>
            </a:endParaRPr>
          </a:p>
          <a:p>
            <a:pPr indent="0" lvl="0" marL="0" rtl="0" algn="l">
              <a:lnSpc>
                <a:spcPct val="131579"/>
              </a:lnSpc>
              <a:spcBef>
                <a:spcPts val="1900"/>
              </a:spcBef>
              <a:spcAft>
                <a:spcPts val="0"/>
              </a:spcAft>
              <a:buNone/>
            </a:pPr>
            <a:r>
              <a:t/>
            </a:r>
            <a:endParaRPr sz="1450">
              <a:solidFill>
                <a:srgbClr val="0B0C0C"/>
              </a:solidFill>
              <a:highlight>
                <a:srgbClr val="FFFFFF"/>
              </a:highlight>
            </a:endParaRPr>
          </a:p>
          <a:p>
            <a:pPr indent="0" lvl="0" marL="0" marR="0" rtl="0" algn="l">
              <a:lnSpc>
                <a:spcPct val="90000"/>
              </a:lnSpc>
              <a:spcBef>
                <a:spcPts val="1900"/>
              </a:spcBef>
              <a:spcAft>
                <a:spcPts val="0"/>
              </a:spcAft>
              <a:buClr>
                <a:schemeClr val="dk1"/>
              </a:buClr>
              <a:buSzPts val="1100"/>
              <a:buFont typeface="Arial"/>
              <a:buNone/>
            </a:pPr>
            <a:r>
              <a:t/>
            </a:r>
            <a:endParaRPr b="1"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551" name="Shape 551"/>
        <p:cNvGrpSpPr/>
        <p:nvPr/>
      </p:nvGrpSpPr>
      <p:grpSpPr>
        <a:xfrm>
          <a:off x="0" y="0"/>
          <a:ext cx="0" cy="0"/>
          <a:chOff x="0" y="0"/>
          <a:chExt cx="0" cy="0"/>
        </a:xfrm>
      </p:grpSpPr>
      <p:sp>
        <p:nvSpPr>
          <p:cNvPr id="552" name="Google Shape;552;g228b735267f_0_0"/>
          <p:cNvSpPr txBox="1"/>
          <p:nvPr/>
        </p:nvSpPr>
        <p:spPr>
          <a:xfrm>
            <a:off x="1192696" y="746442"/>
            <a:ext cx="7010400" cy="38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100"/>
              <a:buFont typeface="Arial"/>
              <a:buNone/>
            </a:pPr>
            <a:r>
              <a:rPr b="1" i="0" lang="en-US" sz="2100" u="none" cap="none" strike="noStrike">
                <a:solidFill>
                  <a:schemeClr val="dk1"/>
                </a:solidFill>
                <a:latin typeface="Calibri"/>
                <a:ea typeface="Calibri"/>
                <a:cs typeface="Calibri"/>
                <a:sym typeface="Calibri"/>
              </a:rPr>
              <a:t>Where do we start?</a:t>
            </a:r>
            <a:endParaRPr b="0" i="0" sz="200" u="none" cap="none" strike="noStrike">
              <a:solidFill>
                <a:srgbClr val="000000"/>
              </a:solidFill>
              <a:latin typeface="Calibri"/>
              <a:ea typeface="Calibri"/>
              <a:cs typeface="Calibri"/>
              <a:sym typeface="Calibri"/>
            </a:endParaRPr>
          </a:p>
        </p:txBody>
      </p:sp>
      <p:sp>
        <p:nvSpPr>
          <p:cNvPr id="553" name="Google Shape;553;g228b735267f_0_0"/>
          <p:cNvSpPr/>
          <p:nvPr/>
        </p:nvSpPr>
        <p:spPr>
          <a:xfrm rot="-599865">
            <a:off x="-225973" y="4335624"/>
            <a:ext cx="876104" cy="415834"/>
          </a:xfrm>
          <a:prstGeom prst="parallelogram">
            <a:avLst>
              <a:gd fmla="val 38575" name="adj"/>
            </a:avLst>
          </a:prstGeom>
          <a:solidFill>
            <a:srgbClr val="FFFFFF">
              <a:alpha val="4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54" name="Google Shape;554;g228b735267f_0_0"/>
          <p:cNvSpPr/>
          <p:nvPr/>
        </p:nvSpPr>
        <p:spPr>
          <a:xfrm rot="-600812">
            <a:off x="-265938" y="4718935"/>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55" name="Google Shape;555;g228b735267f_0_0"/>
          <p:cNvSpPr/>
          <p:nvPr/>
        </p:nvSpPr>
        <p:spPr>
          <a:xfrm rot="-599865">
            <a:off x="8447426" y="797252"/>
            <a:ext cx="876104" cy="415834"/>
          </a:xfrm>
          <a:prstGeom prst="parallelogram">
            <a:avLst>
              <a:gd fmla="val 38575" name="adj"/>
            </a:avLst>
          </a:prstGeom>
          <a:solidFill>
            <a:srgbClr val="FFFFFF">
              <a:alpha val="4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56" name="Google Shape;556;g228b735267f_0_0"/>
          <p:cNvSpPr/>
          <p:nvPr/>
        </p:nvSpPr>
        <p:spPr>
          <a:xfrm rot="-600812">
            <a:off x="8622753" y="1184817"/>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53"/>
              <a:buFont typeface="Arial"/>
              <a:buNone/>
            </a:pPr>
            <a:r>
              <a:t/>
            </a:r>
            <a:endParaRPr b="0" i="0" sz="353" u="none" cap="none" strike="noStrike">
              <a:solidFill>
                <a:schemeClr val="lt1"/>
              </a:solidFill>
              <a:latin typeface="Calibri"/>
              <a:ea typeface="Calibri"/>
              <a:cs typeface="Calibri"/>
              <a:sym typeface="Calibri"/>
            </a:endParaRPr>
          </a:p>
        </p:txBody>
      </p:sp>
      <p:sp>
        <p:nvSpPr>
          <p:cNvPr id="557" name="Google Shape;557;g228b735267f_0_0"/>
          <p:cNvSpPr/>
          <p:nvPr/>
        </p:nvSpPr>
        <p:spPr>
          <a:xfrm>
            <a:off x="5917205" y="42712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58" name="Google Shape;558;g228b735267f_0_0"/>
          <p:cNvSpPr txBox="1"/>
          <p:nvPr/>
        </p:nvSpPr>
        <p:spPr>
          <a:xfrm>
            <a:off x="6513400" y="4354899"/>
            <a:ext cx="1797000" cy="3732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2060"/>
                </a:solidFill>
                <a:latin typeface="Open Sans"/>
                <a:ea typeface="Open Sans"/>
                <a:cs typeface="Open Sans"/>
                <a:sym typeface="Open Sans"/>
              </a:rPr>
              <a:t>It was never going to be easy!</a:t>
            </a:r>
            <a:endParaRPr b="1" i="0" sz="1100" u="none" cap="none" strike="noStrike">
              <a:solidFill>
                <a:srgbClr val="002060"/>
              </a:solidFill>
              <a:latin typeface="Open Sans"/>
              <a:ea typeface="Open Sans"/>
              <a:cs typeface="Open Sans"/>
              <a:sym typeface="Open Sans"/>
            </a:endParaRPr>
          </a:p>
        </p:txBody>
      </p:sp>
      <p:sp>
        <p:nvSpPr>
          <p:cNvPr id="559" name="Google Shape;559;g228b735267f_0_0"/>
          <p:cNvSpPr/>
          <p:nvPr/>
        </p:nvSpPr>
        <p:spPr>
          <a:xfrm>
            <a:off x="8233083" y="42359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560" name="Google Shape;560;g228b735267f_0_0"/>
          <p:cNvPicPr preferRelativeResize="0"/>
          <p:nvPr/>
        </p:nvPicPr>
        <p:blipFill rotWithShape="1">
          <a:blip r:embed="rId3">
            <a:alphaModFix/>
          </a:blip>
          <a:srcRect b="0" l="0" r="0" t="0"/>
          <a:stretch/>
        </p:blipFill>
        <p:spPr>
          <a:xfrm>
            <a:off x="5898696" y="4364846"/>
            <a:ext cx="579125" cy="579125"/>
          </a:xfrm>
          <a:prstGeom prst="rect">
            <a:avLst/>
          </a:prstGeom>
          <a:noFill/>
          <a:ln>
            <a:noFill/>
          </a:ln>
        </p:spPr>
      </p:pic>
      <p:pic>
        <p:nvPicPr>
          <p:cNvPr id="561" name="Google Shape;561;g228b735267f_0_0"/>
          <p:cNvPicPr preferRelativeResize="0"/>
          <p:nvPr/>
        </p:nvPicPr>
        <p:blipFill rotWithShape="1">
          <a:blip r:embed="rId4">
            <a:alphaModFix/>
          </a:blip>
          <a:srcRect b="0" l="0" r="0" t="0"/>
          <a:stretch/>
        </p:blipFill>
        <p:spPr>
          <a:xfrm>
            <a:off x="0" y="1"/>
            <a:ext cx="2083606" cy="561600"/>
          </a:xfrm>
          <a:prstGeom prst="rect">
            <a:avLst/>
          </a:prstGeom>
          <a:noFill/>
          <a:ln>
            <a:noFill/>
          </a:ln>
        </p:spPr>
      </p:pic>
      <p:sp>
        <p:nvSpPr>
          <p:cNvPr id="562" name="Google Shape;562;g228b735267f_0_0"/>
          <p:cNvSpPr txBox="1"/>
          <p:nvPr/>
        </p:nvSpPr>
        <p:spPr>
          <a:xfrm>
            <a:off x="633900" y="1564758"/>
            <a:ext cx="7784100" cy="1872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chemeClr val="dk1"/>
              </a:buClr>
              <a:buSzPts val="1100"/>
              <a:buFont typeface="Arial"/>
              <a:buNone/>
            </a:pPr>
            <a:r>
              <a:rPr b="1" i="0" lang="en-US" sz="1000" u="none" cap="none" strike="noStrike">
                <a:solidFill>
                  <a:schemeClr val="dk1"/>
                </a:solidFill>
                <a:latin typeface="Calibri"/>
                <a:ea typeface="Calibri"/>
                <a:cs typeface="Calibri"/>
                <a:sym typeface="Calibri"/>
              </a:rPr>
              <a:t>Create a data map to identify where data resides</a:t>
            </a:r>
            <a:endParaRPr b="1" sz="10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1" lang="en-US" sz="1000">
                <a:solidFill>
                  <a:schemeClr val="dk1"/>
                </a:solidFill>
                <a:latin typeface="Calibri"/>
                <a:ea typeface="Calibri"/>
                <a:cs typeface="Calibri"/>
                <a:sym typeface="Calibri"/>
              </a:rPr>
              <a:t>Complete a data audit - paper records and electronic</a:t>
            </a:r>
            <a:endParaRPr b="1" sz="1000">
              <a:solidFill>
                <a:schemeClr val="dk1"/>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1100"/>
              <a:buFont typeface="Arial"/>
              <a:buNone/>
            </a:pPr>
            <a:r>
              <a:rPr b="1" lang="en-US" sz="1000">
                <a:solidFill>
                  <a:schemeClr val="dk1"/>
                </a:solidFill>
                <a:latin typeface="Calibri"/>
                <a:ea typeface="Calibri"/>
                <a:cs typeface="Calibri"/>
                <a:sym typeface="Calibri"/>
              </a:rPr>
              <a:t>Break it down by system</a:t>
            </a:r>
            <a:r>
              <a:rPr lang="en-US" sz="1000">
                <a:solidFill>
                  <a:schemeClr val="dk1"/>
                </a:solidFill>
                <a:latin typeface="Calibri"/>
                <a:ea typeface="Calibri"/>
                <a:cs typeface="Calibri"/>
                <a:sym typeface="Calibri"/>
              </a:rPr>
              <a:t> and then what data (categorise the data by sensitivity) is held in each system</a:t>
            </a:r>
            <a:endParaRPr b="1" sz="10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000" u="none" cap="none" strike="noStrike">
                <a:solidFill>
                  <a:schemeClr val="dk1"/>
                </a:solidFill>
                <a:latin typeface="Calibri"/>
                <a:ea typeface="Calibri"/>
                <a:cs typeface="Calibri"/>
                <a:sym typeface="Calibri"/>
              </a:rPr>
              <a:t>Develop your  </a:t>
            </a:r>
            <a:r>
              <a:rPr b="1" i="0" lang="en-US" sz="1000" u="none" cap="none" strike="noStrike">
                <a:solidFill>
                  <a:schemeClr val="dk1"/>
                </a:solidFill>
                <a:latin typeface="Calibri"/>
                <a:ea typeface="Calibri"/>
                <a:cs typeface="Calibri"/>
                <a:sym typeface="Calibri"/>
              </a:rPr>
              <a:t>retention schedule and record management </a:t>
            </a:r>
            <a:r>
              <a:rPr b="0" i="0" lang="en-US" sz="1000" u="none" cap="none" strike="noStrike">
                <a:solidFill>
                  <a:schemeClr val="dk1"/>
                </a:solidFill>
                <a:latin typeface="Calibri"/>
                <a:ea typeface="Calibri"/>
                <a:cs typeface="Calibri"/>
                <a:sym typeface="Calibri"/>
              </a:rPr>
              <a:t>(including the legal and regulatory environment)</a:t>
            </a:r>
            <a:endParaRPr b="0" i="0" sz="10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1" i="0" lang="en-US" sz="1000" u="none" cap="none" strike="noStrike">
                <a:solidFill>
                  <a:schemeClr val="dk1"/>
                </a:solidFill>
                <a:latin typeface="Calibri"/>
                <a:ea typeface="Calibri"/>
                <a:cs typeface="Calibri"/>
                <a:sym typeface="Calibri"/>
              </a:rPr>
              <a:t>Develop systems and routines</a:t>
            </a:r>
            <a:r>
              <a:rPr b="0" i="0" lang="en-US" sz="1000" u="none" cap="none" strike="noStrike">
                <a:solidFill>
                  <a:schemeClr val="dk1"/>
                </a:solidFill>
                <a:latin typeface="Calibri"/>
                <a:ea typeface="Calibri"/>
                <a:cs typeface="Calibri"/>
                <a:sym typeface="Calibri"/>
              </a:rPr>
              <a:t> for periodic data cleansing (disposing) of  different </a:t>
            </a:r>
            <a:r>
              <a:rPr lang="en-US" sz="1000">
                <a:solidFill>
                  <a:schemeClr val="dk1"/>
                </a:solidFill>
                <a:latin typeface="Calibri"/>
                <a:ea typeface="Calibri"/>
                <a:cs typeface="Calibri"/>
                <a:sym typeface="Calibri"/>
              </a:rPr>
              <a:t>data </a:t>
            </a:r>
            <a:r>
              <a:rPr b="0" i="0" lang="en-US" sz="1000" u="none" cap="none" strike="noStrike">
                <a:solidFill>
                  <a:schemeClr val="dk1"/>
                </a:solidFill>
                <a:latin typeface="Calibri"/>
                <a:ea typeface="Calibri"/>
                <a:cs typeface="Calibri"/>
                <a:sym typeface="Calibri"/>
              </a:rPr>
              <a:t> i.e. website</a:t>
            </a:r>
            <a:endParaRPr b="0" i="0" sz="10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1" i="0" lang="en-US" sz="1000" u="none" cap="none" strike="noStrike">
                <a:solidFill>
                  <a:schemeClr val="dk1"/>
                </a:solidFill>
                <a:latin typeface="Calibri"/>
                <a:ea typeface="Calibri"/>
                <a:cs typeface="Calibri"/>
                <a:sym typeface="Calibri"/>
              </a:rPr>
              <a:t>Raise staff awareness and support</a:t>
            </a:r>
            <a:r>
              <a:rPr b="0" i="0" lang="en-US" sz="1000" u="none" cap="none" strike="noStrike">
                <a:solidFill>
                  <a:schemeClr val="dk1"/>
                </a:solidFill>
                <a:latin typeface="Calibri"/>
                <a:ea typeface="Calibri"/>
                <a:cs typeface="Calibri"/>
                <a:sym typeface="Calibri"/>
              </a:rPr>
              <a:t> - encourage staff to routinely check through electronic folders - especially information relating to leavers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567" name="Shape 567"/>
        <p:cNvGrpSpPr/>
        <p:nvPr/>
      </p:nvGrpSpPr>
      <p:grpSpPr>
        <a:xfrm>
          <a:off x="0" y="0"/>
          <a:ext cx="0" cy="0"/>
          <a:chOff x="0" y="0"/>
          <a:chExt cx="0" cy="0"/>
        </a:xfrm>
      </p:grpSpPr>
      <p:sp>
        <p:nvSpPr>
          <p:cNvPr id="568" name="Google Shape;568;p15"/>
          <p:cNvSpPr/>
          <p:nvPr/>
        </p:nvSpPr>
        <p:spPr>
          <a:xfrm>
            <a:off x="4136780" y="830548"/>
            <a:ext cx="3782400" cy="2532000"/>
          </a:xfrm>
          <a:prstGeom prst="roundRect">
            <a:avLst>
              <a:gd fmla="val 17819" name="adj"/>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69" name="Google Shape;569;p15"/>
          <p:cNvSpPr/>
          <p:nvPr/>
        </p:nvSpPr>
        <p:spPr>
          <a:xfrm>
            <a:off x="651350" y="2278425"/>
            <a:ext cx="8400300" cy="2453400"/>
          </a:xfrm>
          <a:prstGeom prst="roundRect">
            <a:avLst>
              <a:gd fmla="val 17819"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70" name="Google Shape;570;p15"/>
          <p:cNvSpPr txBox="1"/>
          <p:nvPr/>
        </p:nvSpPr>
        <p:spPr>
          <a:xfrm>
            <a:off x="4050425" y="1215475"/>
            <a:ext cx="3818400" cy="1116000"/>
          </a:xfrm>
          <a:prstGeom prst="rect">
            <a:avLst/>
          </a:prstGeom>
          <a:noFill/>
          <a:ln>
            <a:noFill/>
          </a:ln>
        </p:spPr>
        <p:txBody>
          <a:bodyPr anchorCtr="0" anchor="t" bIns="45700" lIns="91425" spcFirstLastPara="1" rIns="91425" wrap="square" tIns="45700">
            <a:spAutoFit/>
          </a:bodyPr>
          <a:lstStyle/>
          <a:p>
            <a:pPr indent="-292100" lvl="0" marL="457200" marR="0" rtl="0" algn="l">
              <a:lnSpc>
                <a:spcPct val="115000"/>
              </a:lnSpc>
              <a:spcBef>
                <a:spcPts val="0"/>
              </a:spcBef>
              <a:spcAft>
                <a:spcPts val="0"/>
              </a:spcAft>
              <a:buClr>
                <a:schemeClr val="lt1"/>
              </a:buClr>
              <a:buSzPts val="1000"/>
              <a:buFont typeface="Calibri"/>
              <a:buChar char="•"/>
            </a:pPr>
            <a:r>
              <a:rPr b="0" i="0" lang="en-US" sz="1000" u="none" cap="none" strike="noStrike">
                <a:solidFill>
                  <a:schemeClr val="lt1"/>
                </a:solidFill>
                <a:latin typeface="Calibri"/>
                <a:ea typeface="Calibri"/>
                <a:cs typeface="Calibri"/>
                <a:sym typeface="Calibri"/>
              </a:rPr>
              <a:t>Check with your MIS provider regarding what support they can offer and tools available to support you with data retention</a:t>
            </a:r>
            <a:endParaRPr b="0" i="0" sz="1000" u="none" cap="none" strike="noStrike">
              <a:solidFill>
                <a:schemeClr val="lt1"/>
              </a:solidFill>
              <a:latin typeface="Calibri"/>
              <a:ea typeface="Calibri"/>
              <a:cs typeface="Calibri"/>
              <a:sym typeface="Calibri"/>
            </a:endParaRPr>
          </a:p>
          <a:p>
            <a:pPr indent="-292100" lvl="0" marL="457200" marR="0" rtl="0" algn="l">
              <a:lnSpc>
                <a:spcPct val="115000"/>
              </a:lnSpc>
              <a:spcBef>
                <a:spcPts val="0"/>
              </a:spcBef>
              <a:spcAft>
                <a:spcPts val="0"/>
              </a:spcAft>
              <a:buClr>
                <a:schemeClr val="lt1"/>
              </a:buClr>
              <a:buSzPts val="1000"/>
              <a:buFont typeface="Calibri"/>
              <a:buChar char="•"/>
            </a:pPr>
            <a:r>
              <a:rPr b="0" i="0" lang="en-US" sz="1000" u="none" cap="none" strike="noStrike">
                <a:solidFill>
                  <a:schemeClr val="lt1"/>
                </a:solidFill>
                <a:latin typeface="Calibri"/>
                <a:ea typeface="Calibri"/>
                <a:cs typeface="Calibri"/>
                <a:sym typeface="Calibri"/>
              </a:rPr>
              <a:t>Ascertain what data is currently residing in your MIS</a:t>
            </a:r>
            <a:endParaRPr b="0" i="0" sz="1000" u="none" cap="none" strike="noStrike">
              <a:solidFill>
                <a:schemeClr val="lt1"/>
              </a:solidFill>
              <a:latin typeface="Calibri"/>
              <a:ea typeface="Calibri"/>
              <a:cs typeface="Calibri"/>
              <a:sym typeface="Calibri"/>
            </a:endParaRPr>
          </a:p>
          <a:p>
            <a:pPr indent="-292100" lvl="0" marL="457200" marR="0" rtl="0" algn="l">
              <a:lnSpc>
                <a:spcPct val="115000"/>
              </a:lnSpc>
              <a:spcBef>
                <a:spcPts val="0"/>
              </a:spcBef>
              <a:spcAft>
                <a:spcPts val="0"/>
              </a:spcAft>
              <a:buClr>
                <a:schemeClr val="lt1"/>
              </a:buClr>
              <a:buSzPts val="1000"/>
              <a:buFont typeface="Calibri"/>
              <a:buChar char="•"/>
            </a:pPr>
            <a:r>
              <a:rPr b="0" i="0" lang="en-US" sz="1000" u="none" cap="none" strike="noStrike">
                <a:solidFill>
                  <a:schemeClr val="lt1"/>
                </a:solidFill>
                <a:latin typeface="Calibri"/>
                <a:ea typeface="Calibri"/>
                <a:cs typeface="Calibri"/>
                <a:sym typeface="Calibri"/>
              </a:rPr>
              <a:t>Look at historical MIS data - how far does the data go back?</a:t>
            </a:r>
            <a:endParaRPr b="0" i="0" sz="1000" u="none" cap="none" strike="noStrike">
              <a:solidFill>
                <a:schemeClr val="lt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571" name="Google Shape;571;p15"/>
          <p:cNvSpPr txBox="1"/>
          <p:nvPr/>
        </p:nvSpPr>
        <p:spPr>
          <a:xfrm>
            <a:off x="4511985" y="914865"/>
            <a:ext cx="2204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Data Retention</a:t>
            </a:r>
            <a:endParaRPr b="0" i="0" sz="1400" u="none" cap="none" strike="noStrike">
              <a:solidFill>
                <a:srgbClr val="000000"/>
              </a:solidFill>
              <a:latin typeface="Calibri"/>
              <a:ea typeface="Calibri"/>
              <a:cs typeface="Calibri"/>
              <a:sym typeface="Calibri"/>
            </a:endParaRPr>
          </a:p>
        </p:txBody>
      </p:sp>
      <p:sp>
        <p:nvSpPr>
          <p:cNvPr id="572" name="Google Shape;572;p15"/>
          <p:cNvSpPr txBox="1"/>
          <p:nvPr/>
        </p:nvSpPr>
        <p:spPr>
          <a:xfrm>
            <a:off x="202150" y="1479513"/>
            <a:ext cx="3646500" cy="798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100"/>
              <a:buFont typeface="Arial"/>
              <a:buNone/>
            </a:pPr>
            <a:r>
              <a:rPr b="1" i="0" lang="en-US" sz="1700" u="none" cap="none" strike="noStrike">
                <a:solidFill>
                  <a:schemeClr val="dk1"/>
                </a:solidFill>
                <a:latin typeface="Calibri"/>
                <a:ea typeface="Calibri"/>
                <a:cs typeface="Calibri"/>
                <a:sym typeface="Calibri"/>
              </a:rPr>
              <a:t>Management Information Systems (MIS) - example of possible steps to take….</a:t>
            </a:r>
            <a:endParaRPr b="0" i="0" sz="700" u="none" cap="none" strike="noStrike">
              <a:solidFill>
                <a:srgbClr val="000000"/>
              </a:solidFill>
              <a:latin typeface="Calibri"/>
              <a:ea typeface="Calibri"/>
              <a:cs typeface="Calibri"/>
              <a:sym typeface="Calibri"/>
            </a:endParaRPr>
          </a:p>
        </p:txBody>
      </p:sp>
      <p:sp>
        <p:nvSpPr>
          <p:cNvPr id="573" name="Google Shape;573;p15"/>
          <p:cNvSpPr/>
          <p:nvPr/>
        </p:nvSpPr>
        <p:spPr>
          <a:xfrm>
            <a:off x="7763271" y="778603"/>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rgbClr val="002060"/>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574" name="Google Shape;574;p15"/>
          <p:cNvSpPr/>
          <p:nvPr/>
        </p:nvSpPr>
        <p:spPr>
          <a:xfrm rot="-599865">
            <a:off x="8524578" y="2249834"/>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75" name="Google Shape;575;p15"/>
          <p:cNvSpPr/>
          <p:nvPr/>
        </p:nvSpPr>
        <p:spPr>
          <a:xfrm rot="-600812">
            <a:off x="8875869" y="2498189"/>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76" name="Google Shape;576;p15"/>
          <p:cNvSpPr/>
          <p:nvPr/>
        </p:nvSpPr>
        <p:spPr>
          <a:xfrm rot="-599865">
            <a:off x="-184461" y="2249834"/>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77" name="Google Shape;577;p15"/>
          <p:cNvSpPr/>
          <p:nvPr/>
        </p:nvSpPr>
        <p:spPr>
          <a:xfrm rot="-600812">
            <a:off x="-332302" y="2633131"/>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pic>
        <p:nvPicPr>
          <p:cNvPr id="578" name="Google Shape;578;p15"/>
          <p:cNvPicPr preferRelativeResize="0"/>
          <p:nvPr/>
        </p:nvPicPr>
        <p:blipFill rotWithShape="1">
          <a:blip r:embed="rId3">
            <a:alphaModFix/>
          </a:blip>
          <a:srcRect b="0" l="0" r="0" t="0"/>
          <a:stretch/>
        </p:blipFill>
        <p:spPr>
          <a:xfrm>
            <a:off x="0" y="1"/>
            <a:ext cx="2083606" cy="561600"/>
          </a:xfrm>
          <a:prstGeom prst="rect">
            <a:avLst/>
          </a:prstGeom>
          <a:noFill/>
          <a:ln>
            <a:noFill/>
          </a:ln>
        </p:spPr>
      </p:pic>
      <p:sp>
        <p:nvSpPr>
          <p:cNvPr id="579" name="Google Shape;579;p15"/>
          <p:cNvSpPr txBox="1"/>
          <p:nvPr/>
        </p:nvSpPr>
        <p:spPr>
          <a:xfrm>
            <a:off x="651350" y="2176938"/>
            <a:ext cx="8165100" cy="32322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Use your retention schedule to identify data that can be deleted/</a:t>
            </a:r>
            <a:r>
              <a:rPr b="0" i="0" lang="en-US" sz="1100" u="none" cap="none" strike="noStrike">
                <a:solidFill>
                  <a:srgbClr val="202124"/>
                </a:solidFill>
                <a:highlight>
                  <a:schemeClr val="lt1"/>
                </a:highlight>
                <a:latin typeface="Calibri"/>
                <a:ea typeface="Calibri"/>
                <a:cs typeface="Calibri"/>
                <a:sym typeface="Calibri"/>
              </a:rPr>
              <a:t>anonymised</a:t>
            </a:r>
            <a:r>
              <a:rPr b="0" i="0" lang="en-US" sz="1100" u="none" cap="none" strike="noStrike">
                <a:solidFill>
                  <a:schemeClr val="dk1"/>
                </a:solidFill>
                <a:latin typeface="Calibri"/>
                <a:ea typeface="Calibri"/>
                <a:cs typeface="Calibri"/>
                <a:sym typeface="Calibri"/>
              </a:rPr>
              <a:t> and document/rag rate this prior.</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For leavers - check if your MIS allows for archiving with restricted access. By restricting access you reduce risks!</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Calibri"/>
                <a:ea typeface="Calibri"/>
                <a:cs typeface="Calibri"/>
                <a:sym typeface="Calibri"/>
              </a:rPr>
              <a:t>Be careful! Different legislation may apply to different data sets i.e. attendance registers should be kept for 3 years from the time of entry (leavers?)  was made (</a:t>
            </a:r>
            <a:r>
              <a:rPr b="0" i="0" lang="en-US" sz="1100" u="sng" cap="none" strike="noStrike">
                <a:solidFill>
                  <a:schemeClr val="hlink"/>
                </a:solidFill>
                <a:latin typeface="Calibri"/>
                <a:ea typeface="Calibri"/>
                <a:cs typeface="Calibri"/>
                <a:sym typeface="Calibri"/>
                <a:hlinkClick r:id="rId4"/>
              </a:rPr>
              <a:t>DfE school attendance data guidance 2021-22</a:t>
            </a:r>
            <a:r>
              <a:rPr b="0" i="0" lang="en-US" sz="1100" u="none" cap="none" strike="noStrike">
                <a:solidFill>
                  <a:schemeClr val="dk1"/>
                </a:solidFill>
                <a:latin typeface="Calibri"/>
                <a:ea typeface="Calibri"/>
                <a:cs typeface="Calibri"/>
                <a:sym typeface="Calibri"/>
              </a:rPr>
              <a:t>). What about home educators - who is responsible?</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Calibri"/>
              <a:buChar char="●"/>
            </a:pPr>
            <a:r>
              <a:rPr b="0" i="0" lang="en-US" sz="1100" u="none" cap="none" strike="noStrike">
                <a:solidFill>
                  <a:schemeClr val="dk1"/>
                </a:solidFill>
                <a:highlight>
                  <a:schemeClr val="lt1"/>
                </a:highlight>
                <a:latin typeface="Calibri"/>
                <a:ea typeface="Calibri"/>
                <a:cs typeface="Calibri"/>
                <a:sym typeface="Calibri"/>
              </a:rPr>
              <a:t>Check with your LA as to attendance/admission records i.e. does the LA maintain a record of students start and end date? This is needed for example, if an ex-student/prospective employee wanted to know start and end dates, or if there was a legal process taking place. If the LA does not keep this information, you may be justified in keeping some information (in an archive).</a:t>
            </a:r>
            <a:endParaRPr b="0" i="0" sz="1100" u="none" cap="none" strike="noStrike">
              <a:solidFill>
                <a:schemeClr val="dk1"/>
              </a:solidFill>
              <a:highlight>
                <a:schemeClr val="lt1"/>
              </a:highlight>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Calibri"/>
                <a:ea typeface="Calibri"/>
                <a:cs typeface="Calibri"/>
                <a:sym typeface="Calibri"/>
              </a:rPr>
              <a:t>Once all the above has been checked, start the process of sifting through the data by category. </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Calibri"/>
                <a:ea typeface="Calibri"/>
                <a:cs typeface="Calibri"/>
                <a:sym typeface="Calibri"/>
              </a:rPr>
              <a:t>Run bulk deletion routines starting with the data held the longest </a:t>
            </a:r>
            <a:r>
              <a:rPr b="1" i="0" lang="en-US" sz="1100" u="none" cap="none" strike="noStrike">
                <a:solidFill>
                  <a:schemeClr val="dk1"/>
                </a:solidFill>
                <a:latin typeface="Calibri"/>
                <a:ea typeface="Calibri"/>
                <a:cs typeface="Calibri"/>
                <a:sym typeface="Calibri"/>
              </a:rPr>
              <a:t>(you may need to protect certain records/data from bulk deletion). </a:t>
            </a:r>
            <a:r>
              <a:rPr b="0" i="0" lang="en-US" sz="1100" u="none" cap="none" strike="noStrike">
                <a:solidFill>
                  <a:schemeClr val="dk1"/>
                </a:solidFill>
                <a:latin typeface="Calibri"/>
                <a:ea typeface="Calibri"/>
                <a:cs typeface="Calibri"/>
                <a:sym typeface="Calibri"/>
              </a:rPr>
              <a:t> </a:t>
            </a:r>
            <a:r>
              <a:rPr b="1" i="0" lang="en-US" sz="1100" u="none" cap="none" strike="noStrike">
                <a:solidFill>
                  <a:schemeClr val="dk1"/>
                </a:solidFill>
                <a:latin typeface="Calibri"/>
                <a:ea typeface="Calibri"/>
                <a:cs typeface="Calibri"/>
                <a:sym typeface="Calibri"/>
              </a:rPr>
              <a:t>Get confirmation </a:t>
            </a:r>
            <a:r>
              <a:rPr b="0" i="0" lang="en-US" sz="1100" u="none" cap="none" strike="noStrike">
                <a:solidFill>
                  <a:schemeClr val="dk1"/>
                </a:solidFill>
                <a:latin typeface="Calibri"/>
                <a:ea typeface="Calibri"/>
                <a:cs typeface="Calibri"/>
                <a:sym typeface="Calibri"/>
              </a:rPr>
              <a:t>and authorisation from senior staff prior to any bulk deletion and recheck as necessary (retention schedule).</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Run routines to delete historical documents and contacts</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Document and maintain a record of data that has been permanently deleted/</a:t>
            </a:r>
            <a:r>
              <a:rPr b="0" i="0" lang="en-US" sz="1100" u="none" cap="none" strike="noStrike">
                <a:solidFill>
                  <a:srgbClr val="202124"/>
                </a:solidFill>
                <a:highlight>
                  <a:schemeClr val="lt1"/>
                </a:highlight>
                <a:latin typeface="Calibri"/>
                <a:ea typeface="Calibri"/>
                <a:cs typeface="Calibri"/>
                <a:sym typeface="Calibri"/>
              </a:rPr>
              <a:t>anonymised</a:t>
            </a:r>
            <a:r>
              <a:rPr b="0" i="0" lang="en-US" sz="1100" u="none" cap="none" strike="noStrike">
                <a:solidFill>
                  <a:schemeClr val="dk1"/>
                </a:solidFill>
                <a:latin typeface="Calibri"/>
                <a:ea typeface="Calibri"/>
                <a:cs typeface="Calibri"/>
                <a:sym typeface="Calibri"/>
              </a:rPr>
              <a:t> and reference to your retention schedule</a:t>
            </a:r>
            <a:endParaRPr b="0" i="0" sz="11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t/>
            </a:r>
            <a:endParaRPr b="0" i="0" sz="2800" u="none" cap="none" strike="noStrike">
              <a:solidFill>
                <a:schemeClr val="dk1"/>
              </a:solidFill>
              <a:latin typeface="Calibri"/>
              <a:ea typeface="Calibri"/>
              <a:cs typeface="Calibri"/>
              <a:sym typeface="Calibri"/>
            </a:endParaRPr>
          </a:p>
        </p:txBody>
      </p:sp>
      <p:sp>
        <p:nvSpPr>
          <p:cNvPr id="580" name="Google Shape;580;p15"/>
          <p:cNvSpPr/>
          <p:nvPr/>
        </p:nvSpPr>
        <p:spPr>
          <a:xfrm>
            <a:off x="651350" y="561602"/>
            <a:ext cx="2589000" cy="9180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81" name="Google Shape;581;p15"/>
          <p:cNvSpPr txBox="1"/>
          <p:nvPr/>
        </p:nvSpPr>
        <p:spPr>
          <a:xfrm>
            <a:off x="922400" y="680062"/>
            <a:ext cx="1797000" cy="681000"/>
          </a:xfrm>
          <a:prstGeom prst="rect">
            <a:avLst/>
          </a:prstGeom>
          <a:no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rgbClr val="000000"/>
              </a:buClr>
              <a:buSzPts val="1100"/>
              <a:buFont typeface="Arial"/>
              <a:buNone/>
            </a:pPr>
            <a:r>
              <a:rPr b="1" i="0" lang="en-US" sz="2100" u="none" cap="none" strike="noStrike">
                <a:solidFill>
                  <a:srgbClr val="002060"/>
                </a:solidFill>
                <a:latin typeface="Open Sans"/>
                <a:ea typeface="Open Sans"/>
                <a:cs typeface="Open Sans"/>
                <a:sym typeface="Open Sans"/>
              </a:rPr>
              <a:t>Have a PLAN to work from </a:t>
            </a:r>
            <a:endParaRPr b="1" i="0" sz="2100" u="none" cap="none" strike="noStrike">
              <a:solidFill>
                <a:srgbClr val="00206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1000"/>
                                        <p:tgtEl>
                                          <p:spTgt spid="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9"/>
                                        </p:tgtEl>
                                        <p:attrNameLst>
                                          <p:attrName>style.visibility</p:attrName>
                                        </p:attrNameLst>
                                      </p:cBhvr>
                                      <p:to>
                                        <p:strVal val="visible"/>
                                      </p:to>
                                    </p:set>
                                    <p:anim calcmode="lin" valueType="num">
                                      <p:cBhvr additive="base">
                                        <p:cTn dur="1000"/>
                                        <p:tgtEl>
                                          <p:spTgt spid="57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586" name="Shape 586"/>
        <p:cNvGrpSpPr/>
        <p:nvPr/>
      </p:nvGrpSpPr>
      <p:grpSpPr>
        <a:xfrm>
          <a:off x="0" y="0"/>
          <a:ext cx="0" cy="0"/>
          <a:chOff x="0" y="0"/>
          <a:chExt cx="0" cy="0"/>
        </a:xfrm>
      </p:grpSpPr>
      <p:sp>
        <p:nvSpPr>
          <p:cNvPr id="587" name="Google Shape;587;g29b249c993c_0_21"/>
          <p:cNvSpPr/>
          <p:nvPr/>
        </p:nvSpPr>
        <p:spPr>
          <a:xfrm>
            <a:off x="3964955" y="-143452"/>
            <a:ext cx="3782400" cy="2532000"/>
          </a:xfrm>
          <a:prstGeom prst="roundRect">
            <a:avLst>
              <a:gd fmla="val 17819" name="adj"/>
            </a:avLst>
          </a:prstGeom>
          <a:solidFill>
            <a:srgbClr val="002060"/>
          </a:solid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1100"/>
              <a:buFont typeface="Arial"/>
              <a:buNone/>
            </a:pPr>
            <a:r>
              <a:rPr lang="en-US" sz="1100">
                <a:solidFill>
                  <a:schemeClr val="lt1"/>
                </a:solidFill>
              </a:rPr>
              <a:t>Always check with your IT provider initially to identify if retention can be set at a global level. More information can be </a:t>
            </a:r>
            <a:r>
              <a:rPr lang="en-US" sz="1100" u="sng">
                <a:solidFill>
                  <a:schemeClr val="lt1"/>
                </a:solidFill>
                <a:hlinkClick r:id="rId3">
                  <a:extLst>
                    <a:ext uri="{A12FA001-AC4F-418D-AE19-62706E023703}">
                      <ahyp:hlinkClr val="tx"/>
                    </a:ext>
                  </a:extLst>
                </a:hlinkClick>
              </a:rPr>
              <a:t>obtained here</a:t>
            </a:r>
            <a:r>
              <a:rPr lang="en-US" sz="1100">
                <a:solidFill>
                  <a:schemeClr val="lt1"/>
                </a:solidFill>
              </a:rPr>
              <a:t> regarding using the admin functions in Google. You can also apply filters in advanced settings to auto delete emails meeting certain criteria. In addition, check your schools email retention guidelines before completing any bulk deletion routines. Ensure any email transcripts and attachments that need to be saved, are saved to an appropriate electronic </a:t>
            </a:r>
            <a:r>
              <a:rPr lang="en-US" sz="1100">
                <a:solidFill>
                  <a:schemeClr val="lt1"/>
                </a:solidFill>
              </a:rPr>
              <a:t>location</a:t>
            </a:r>
            <a:r>
              <a:rPr lang="en-US" sz="1100">
                <a:solidFill>
                  <a:schemeClr val="lt1"/>
                </a:solidFill>
              </a:rPr>
              <a:t> prior to completing any deletion routines.</a:t>
            </a:r>
            <a:endParaRPr sz="1300">
              <a:solidFill>
                <a:schemeClr val="lt1"/>
              </a:solidFill>
            </a:endParaRPr>
          </a:p>
          <a:p>
            <a:pPr indent="0" lvl="0" marL="0" marR="0" rtl="0" algn="ctr">
              <a:lnSpc>
                <a:spcPct val="100000"/>
              </a:lnSpc>
              <a:spcBef>
                <a:spcPts val="800"/>
              </a:spcBef>
              <a:spcAft>
                <a:spcPts val="0"/>
              </a:spcAft>
              <a:buClr>
                <a:srgbClr val="000000"/>
              </a:buClr>
              <a:buSzPts val="253"/>
              <a:buFont typeface="Arial"/>
              <a:buNone/>
            </a:pPr>
            <a:r>
              <a:t/>
            </a:r>
            <a:endParaRPr sz="453">
              <a:solidFill>
                <a:schemeClr val="lt1"/>
              </a:solidFill>
              <a:latin typeface="Calibri"/>
              <a:ea typeface="Calibri"/>
              <a:cs typeface="Calibri"/>
              <a:sym typeface="Calibri"/>
            </a:endParaRPr>
          </a:p>
        </p:txBody>
      </p:sp>
      <p:sp>
        <p:nvSpPr>
          <p:cNvPr id="588" name="Google Shape;588;g29b249c993c_0_21"/>
          <p:cNvSpPr/>
          <p:nvPr/>
        </p:nvSpPr>
        <p:spPr>
          <a:xfrm>
            <a:off x="651350" y="2086450"/>
            <a:ext cx="8400300" cy="2645400"/>
          </a:xfrm>
          <a:prstGeom prst="roundRect">
            <a:avLst>
              <a:gd fmla="val 17819"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89" name="Google Shape;589;g29b249c993c_0_21"/>
          <p:cNvSpPr/>
          <p:nvPr/>
        </p:nvSpPr>
        <p:spPr>
          <a:xfrm>
            <a:off x="7763271" y="778603"/>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rgbClr val="002060"/>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590" name="Google Shape;590;g29b249c993c_0_21"/>
          <p:cNvSpPr/>
          <p:nvPr/>
        </p:nvSpPr>
        <p:spPr>
          <a:xfrm rot="-599865">
            <a:off x="8524578" y="2249834"/>
            <a:ext cx="876104" cy="415834"/>
          </a:xfrm>
          <a:prstGeom prst="parallelogram">
            <a:avLst>
              <a:gd fmla="val 38575" name="adj"/>
            </a:avLst>
          </a:prstGeom>
          <a:solidFill>
            <a:srgbClr val="FFFFFF">
              <a:alpha val="4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91" name="Google Shape;591;g29b249c993c_0_21"/>
          <p:cNvSpPr/>
          <p:nvPr/>
        </p:nvSpPr>
        <p:spPr>
          <a:xfrm rot="-599865">
            <a:off x="-184461" y="2249834"/>
            <a:ext cx="876104" cy="415834"/>
          </a:xfrm>
          <a:prstGeom prst="parallelogram">
            <a:avLst>
              <a:gd fmla="val 38575" name="adj"/>
            </a:avLst>
          </a:prstGeom>
          <a:solidFill>
            <a:srgbClr val="FFFFFF">
              <a:alpha val="4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002060"/>
              </a:solidFill>
              <a:latin typeface="Calibri"/>
              <a:ea typeface="Calibri"/>
              <a:cs typeface="Calibri"/>
              <a:sym typeface="Calibri"/>
            </a:endParaRPr>
          </a:p>
        </p:txBody>
      </p:sp>
      <p:sp>
        <p:nvSpPr>
          <p:cNvPr id="592" name="Google Shape;592;g29b249c993c_0_21"/>
          <p:cNvSpPr txBox="1"/>
          <p:nvPr/>
        </p:nvSpPr>
        <p:spPr>
          <a:xfrm>
            <a:off x="841615" y="6521102"/>
            <a:ext cx="7566300" cy="465600"/>
          </a:xfrm>
          <a:prstGeom prst="rect">
            <a:avLst/>
          </a:prstGeom>
          <a:noFill/>
          <a:ln>
            <a:noFill/>
          </a:ln>
        </p:spPr>
        <p:txBody>
          <a:bodyPr anchorCtr="0" anchor="ctr" bIns="17125" lIns="17125" spcFirstLastPara="1" rIns="17125" wrap="square" tIns="17125">
            <a:spAutoFit/>
          </a:bodyPr>
          <a:lstStyle/>
          <a:p>
            <a:pPr indent="-285750" lvl="0" marL="285750" marR="0" rtl="0" algn="l">
              <a:lnSpc>
                <a:spcPct val="100000"/>
              </a:lnSpc>
              <a:spcBef>
                <a:spcPts val="0"/>
              </a:spcBef>
              <a:spcAft>
                <a:spcPts val="0"/>
              </a:spcAft>
              <a:buClr>
                <a:srgbClr val="002060"/>
              </a:buClr>
              <a:buSzPts val="1400"/>
              <a:buFont typeface="Calibri"/>
              <a:buChar char="•"/>
            </a:pPr>
            <a:r>
              <a:t/>
            </a:r>
            <a:endParaRPr b="0" i="0" sz="1400" u="none" cap="none" strike="noStrike">
              <a:solidFill>
                <a:srgbClr val="00206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2060"/>
              </a:solidFill>
              <a:latin typeface="Calibri"/>
              <a:ea typeface="Calibri"/>
              <a:cs typeface="Calibri"/>
              <a:sym typeface="Calibri"/>
            </a:endParaRPr>
          </a:p>
        </p:txBody>
      </p:sp>
      <p:pic>
        <p:nvPicPr>
          <p:cNvPr id="593" name="Google Shape;593;g29b249c993c_0_21"/>
          <p:cNvPicPr preferRelativeResize="0"/>
          <p:nvPr/>
        </p:nvPicPr>
        <p:blipFill rotWithShape="1">
          <a:blip r:embed="rId4">
            <a:alphaModFix/>
          </a:blip>
          <a:srcRect b="0" l="0" r="0" t="0"/>
          <a:stretch/>
        </p:blipFill>
        <p:spPr>
          <a:xfrm>
            <a:off x="0" y="1"/>
            <a:ext cx="2083606" cy="561600"/>
          </a:xfrm>
          <a:prstGeom prst="rect">
            <a:avLst/>
          </a:prstGeom>
          <a:noFill/>
          <a:ln>
            <a:noFill/>
          </a:ln>
        </p:spPr>
      </p:pic>
      <p:sp>
        <p:nvSpPr>
          <p:cNvPr id="594" name="Google Shape;594;g29b249c993c_0_21"/>
          <p:cNvSpPr txBox="1"/>
          <p:nvPr/>
        </p:nvSpPr>
        <p:spPr>
          <a:xfrm>
            <a:off x="721150" y="2503838"/>
            <a:ext cx="8400300" cy="2781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US" sz="2500">
                <a:solidFill>
                  <a:schemeClr val="dk1"/>
                </a:solidFill>
              </a:rPr>
              <a:t>Let's</a:t>
            </a:r>
            <a:r>
              <a:rPr lang="en-US" sz="2500">
                <a:solidFill>
                  <a:schemeClr val="dk1"/>
                </a:solidFill>
              </a:rPr>
              <a:t> now look at how you can set a date range inline with your data retention policy for Gmail and quickly manage retention periods in Gmail…..</a:t>
            </a:r>
            <a:endParaRPr sz="2500">
              <a:solidFill>
                <a:schemeClr val="dk1"/>
              </a:solidFill>
            </a:endParaRPr>
          </a:p>
          <a:p>
            <a:pPr indent="0" lvl="0" marL="0" rtl="0" algn="just">
              <a:lnSpc>
                <a:spcPct val="115000"/>
              </a:lnSpc>
              <a:spcBef>
                <a:spcPts val="1200"/>
              </a:spcBef>
              <a:spcAft>
                <a:spcPts val="0"/>
              </a:spcAft>
              <a:buNone/>
            </a:pPr>
            <a:r>
              <a:t/>
            </a:r>
            <a:endParaRPr sz="1200">
              <a:solidFill>
                <a:schemeClr val="dk1"/>
              </a:solidFill>
            </a:endParaRPr>
          </a:p>
          <a:p>
            <a:pPr indent="0" lvl="0" marL="0" marR="0" rtl="0" algn="l">
              <a:lnSpc>
                <a:spcPct val="115000"/>
              </a:lnSpc>
              <a:spcBef>
                <a:spcPts val="1500"/>
              </a:spcBef>
              <a:spcAft>
                <a:spcPts val="0"/>
              </a:spcAft>
              <a:buNone/>
            </a:pPr>
            <a:r>
              <a:t/>
            </a:r>
            <a:endParaRPr sz="11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lang="en-US" sz="2800">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p:txBody>
      </p:sp>
      <p:sp>
        <p:nvSpPr>
          <p:cNvPr id="595" name="Google Shape;595;g29b249c993c_0_21"/>
          <p:cNvSpPr/>
          <p:nvPr/>
        </p:nvSpPr>
        <p:spPr>
          <a:xfrm>
            <a:off x="651350" y="561602"/>
            <a:ext cx="2589000" cy="9180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596" name="Google Shape;596;g29b249c993c_0_21"/>
          <p:cNvSpPr txBox="1"/>
          <p:nvPr/>
        </p:nvSpPr>
        <p:spPr>
          <a:xfrm>
            <a:off x="674450" y="647525"/>
            <a:ext cx="2542800" cy="1193700"/>
          </a:xfrm>
          <a:prstGeom prst="rect">
            <a:avLst/>
          </a:prstGeom>
          <a:noFill/>
          <a:ln>
            <a:noFill/>
          </a:ln>
        </p:spPr>
        <p:txBody>
          <a:bodyPr anchorCtr="0" anchor="ctr" bIns="17125" lIns="17125" spcFirstLastPara="1" rIns="17125" wrap="square" tIns="17125">
            <a:spAutoFit/>
          </a:bodyPr>
          <a:lstStyle/>
          <a:p>
            <a:pPr indent="0" lvl="0" marL="0" rtl="0" algn="just">
              <a:lnSpc>
                <a:spcPct val="115000"/>
              </a:lnSpc>
              <a:spcBef>
                <a:spcPts val="1200"/>
              </a:spcBef>
              <a:spcAft>
                <a:spcPts val="0"/>
              </a:spcAft>
              <a:buClr>
                <a:schemeClr val="dk1"/>
              </a:buClr>
              <a:buSzPts val="1100"/>
              <a:buFont typeface="Arial"/>
              <a:buNone/>
            </a:pPr>
            <a:r>
              <a:rPr b="1" lang="en-US">
                <a:solidFill>
                  <a:schemeClr val="dk1"/>
                </a:solidFill>
              </a:rPr>
              <a:t>Data retention and practical steps to managing emails in </a:t>
            </a:r>
            <a:r>
              <a:rPr b="1" lang="en-US">
                <a:solidFill>
                  <a:schemeClr val="dk1"/>
                </a:solidFill>
              </a:rPr>
              <a:t>Gmail</a:t>
            </a:r>
            <a:endParaRPr b="1">
              <a:solidFill>
                <a:schemeClr val="dk1"/>
              </a:solidFill>
            </a:endParaRPr>
          </a:p>
          <a:p>
            <a:pPr indent="0" lvl="0" marL="0" rtl="0" algn="l">
              <a:spcBef>
                <a:spcPts val="1200"/>
              </a:spcBef>
              <a:spcAft>
                <a:spcPts val="0"/>
              </a:spcAft>
              <a:buClr>
                <a:schemeClr val="dk1"/>
              </a:buClr>
              <a:buSzPts val="2675"/>
              <a:buFont typeface="Arial"/>
              <a:buNone/>
            </a:pPr>
            <a:r>
              <a:t/>
            </a:r>
            <a:endParaRPr b="1" sz="1700">
              <a:solidFill>
                <a:srgbClr val="00206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1000"/>
                                        <p:tgtEl>
                                          <p:spTgt spid="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4"/>
                                        </p:tgtEl>
                                        <p:attrNameLst>
                                          <p:attrName>style.visibility</p:attrName>
                                        </p:attrNameLst>
                                      </p:cBhvr>
                                      <p:to>
                                        <p:strVal val="visible"/>
                                      </p:to>
                                    </p:set>
                                    <p:anim calcmode="lin" valueType="num">
                                      <p:cBhvr additive="base">
                                        <p:cTn dur="1000"/>
                                        <p:tgtEl>
                                          <p:spTgt spid="59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601" name="Shape 601"/>
        <p:cNvGrpSpPr/>
        <p:nvPr/>
      </p:nvGrpSpPr>
      <p:grpSpPr>
        <a:xfrm>
          <a:off x="0" y="0"/>
          <a:ext cx="0" cy="0"/>
          <a:chOff x="0" y="0"/>
          <a:chExt cx="0" cy="0"/>
        </a:xfrm>
      </p:grpSpPr>
      <p:sp>
        <p:nvSpPr>
          <p:cNvPr id="602" name="Google Shape;602;g29b249c993c_0_16"/>
          <p:cNvSpPr txBox="1"/>
          <p:nvPr/>
        </p:nvSpPr>
        <p:spPr>
          <a:xfrm>
            <a:off x="807850" y="1214675"/>
            <a:ext cx="8142300" cy="3539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rPr>
              <a:t>The following details  how you can easily manually apply retention to your Gmail to filter and delete old emails in bulk. A retention period of 1 year is used in this example although this period can be changed in accordance with your retention policy:</a:t>
            </a:r>
            <a:endParaRPr sz="1200">
              <a:solidFill>
                <a:schemeClr val="dk1"/>
              </a:solidFill>
            </a:endParaRPr>
          </a:p>
          <a:p>
            <a:pPr indent="-298450" lvl="0" marL="457200" rtl="0" algn="just">
              <a:lnSpc>
                <a:spcPct val="115000"/>
              </a:lnSpc>
              <a:spcBef>
                <a:spcPts val="1200"/>
              </a:spcBef>
              <a:spcAft>
                <a:spcPts val="0"/>
              </a:spcAft>
              <a:buClr>
                <a:schemeClr val="dk1"/>
              </a:buClr>
              <a:buSzPts val="1100"/>
              <a:buAutoNum type="arabicPeriod"/>
            </a:pPr>
            <a:r>
              <a:rPr lang="en-US" sz="1200">
                <a:solidFill>
                  <a:schemeClr val="dk1"/>
                </a:solidFill>
              </a:rPr>
              <a:t>Log in to your google Gmail account.</a:t>
            </a:r>
            <a:endParaRPr sz="1200">
              <a:solidFill>
                <a:schemeClr val="dk1"/>
              </a:solidFill>
            </a:endParaRPr>
          </a:p>
          <a:p>
            <a:pPr indent="-298450" lvl="0" marL="457200" rtl="0" algn="just">
              <a:lnSpc>
                <a:spcPct val="115000"/>
              </a:lnSpc>
              <a:spcBef>
                <a:spcPts val="0"/>
              </a:spcBef>
              <a:spcAft>
                <a:spcPts val="0"/>
              </a:spcAft>
              <a:buClr>
                <a:schemeClr val="dk1"/>
              </a:buClr>
              <a:buSzPts val="1100"/>
              <a:buAutoNum type="arabicPeriod"/>
            </a:pPr>
            <a:r>
              <a:rPr lang="en-US" sz="1200">
                <a:solidFill>
                  <a:schemeClr val="dk1"/>
                </a:solidFill>
              </a:rPr>
              <a:t>Enter the following search query in the search bar: older_than:1y (this can be adjusted by replacing 1y with any time period you want i.e 2y):</a:t>
            </a:r>
            <a:endParaRPr sz="1200">
              <a:solidFill>
                <a:schemeClr val="dk1"/>
              </a:solidFill>
            </a:endParaRPr>
          </a:p>
          <a:p>
            <a:pPr indent="-298450" lvl="0" marL="457200" rtl="0" algn="just">
              <a:lnSpc>
                <a:spcPct val="115000"/>
              </a:lnSpc>
              <a:spcBef>
                <a:spcPts val="0"/>
              </a:spcBef>
              <a:spcAft>
                <a:spcPts val="0"/>
              </a:spcAft>
              <a:buClr>
                <a:schemeClr val="dk1"/>
              </a:buClr>
              <a:buSzPts val="1100"/>
              <a:buAutoNum type="arabicPeriod"/>
            </a:pPr>
            <a:r>
              <a:rPr lang="en-US" sz="1200">
                <a:solidFill>
                  <a:schemeClr val="dk1"/>
                </a:solidFill>
              </a:rPr>
              <a:t>On your keyboard, hit: </a:t>
            </a:r>
            <a:r>
              <a:rPr b="1" lang="en-US" sz="1200">
                <a:solidFill>
                  <a:schemeClr val="dk1"/>
                </a:solidFill>
              </a:rPr>
              <a:t>Enter</a:t>
            </a:r>
            <a:r>
              <a:rPr lang="en-US" sz="1200">
                <a:solidFill>
                  <a:schemeClr val="dk1"/>
                </a:solidFill>
              </a:rPr>
              <a:t>.</a:t>
            </a:r>
            <a:endParaRPr sz="1200">
              <a:solidFill>
                <a:schemeClr val="dk1"/>
              </a:solidFill>
            </a:endParaRPr>
          </a:p>
          <a:p>
            <a:pPr indent="-298450" lvl="0" marL="457200" rtl="0" algn="just">
              <a:lnSpc>
                <a:spcPct val="115000"/>
              </a:lnSpc>
              <a:spcBef>
                <a:spcPts val="0"/>
              </a:spcBef>
              <a:spcAft>
                <a:spcPts val="0"/>
              </a:spcAft>
              <a:buClr>
                <a:schemeClr val="dk1"/>
              </a:buClr>
              <a:buSzPts val="1100"/>
              <a:buAutoNum type="arabicPeriod"/>
            </a:pPr>
            <a:r>
              <a:rPr lang="en-US" sz="1200">
                <a:solidFill>
                  <a:schemeClr val="dk1"/>
                </a:solidFill>
              </a:rPr>
              <a:t>Then </a:t>
            </a:r>
            <a:r>
              <a:rPr b="1" lang="en-US" sz="1200">
                <a:solidFill>
                  <a:schemeClr val="dk1"/>
                </a:solidFill>
              </a:rPr>
              <a:t>select </a:t>
            </a:r>
            <a:r>
              <a:rPr lang="en-US" sz="1200">
                <a:solidFill>
                  <a:schemeClr val="dk1"/>
                </a:solidFill>
              </a:rPr>
              <a:t>the checkbox so </a:t>
            </a:r>
            <a:r>
              <a:rPr b="1" lang="en-US" sz="1200">
                <a:solidFill>
                  <a:schemeClr val="dk1"/>
                </a:solidFill>
              </a:rPr>
              <a:t>all messages are selected for deletion:</a:t>
            </a:r>
            <a:endParaRPr b="1" sz="1200">
              <a:solidFill>
                <a:schemeClr val="dk1"/>
              </a:solidFill>
            </a:endParaRPr>
          </a:p>
          <a:p>
            <a:pPr indent="-304800" lvl="0" marL="457200" rtl="0" algn="just">
              <a:lnSpc>
                <a:spcPct val="115000"/>
              </a:lnSpc>
              <a:spcBef>
                <a:spcPts val="0"/>
              </a:spcBef>
              <a:spcAft>
                <a:spcPts val="0"/>
              </a:spcAft>
              <a:buClr>
                <a:schemeClr val="dk1"/>
              </a:buClr>
              <a:buSzPts val="1200"/>
              <a:buAutoNum type="arabicPeriod"/>
            </a:pPr>
            <a:r>
              <a:rPr b="1" lang="en-US" sz="1200">
                <a:solidFill>
                  <a:schemeClr val="dk1"/>
                </a:solidFill>
              </a:rPr>
              <a:t>Select all conversations that match this search </a:t>
            </a:r>
            <a:r>
              <a:rPr lang="en-US" sz="1200">
                <a:solidFill>
                  <a:schemeClr val="dk1"/>
                </a:solidFill>
              </a:rPr>
              <a:t>(this will delete all messages within the date specified rather than those selected for that page). You can also apply other filters if for example, you want to delete specific messages from a specific email address or subject etc.</a:t>
            </a:r>
            <a:endParaRPr sz="1200">
              <a:solidFill>
                <a:schemeClr val="dk1"/>
              </a:solidFill>
            </a:endParaRPr>
          </a:p>
          <a:p>
            <a:pPr indent="-304800" lvl="0" marL="457200" rtl="0" algn="just">
              <a:lnSpc>
                <a:spcPct val="115000"/>
              </a:lnSpc>
              <a:spcBef>
                <a:spcPts val="0"/>
              </a:spcBef>
              <a:spcAft>
                <a:spcPts val="0"/>
              </a:spcAft>
              <a:buClr>
                <a:schemeClr val="dk1"/>
              </a:buClr>
              <a:buSzPts val="1200"/>
              <a:buAutoNum type="arabicPeriod"/>
            </a:pPr>
            <a:r>
              <a:rPr lang="en-US" sz="1200">
                <a:solidFill>
                  <a:schemeClr val="dk1"/>
                </a:solidFill>
              </a:rPr>
              <a:t>Click and select the </a:t>
            </a:r>
            <a:r>
              <a:rPr b="1" lang="en-US" sz="1200">
                <a:solidFill>
                  <a:schemeClr val="dk1"/>
                </a:solidFill>
              </a:rPr>
              <a:t>Trash bin icon</a:t>
            </a:r>
            <a:r>
              <a:rPr lang="en-US" sz="1200">
                <a:solidFill>
                  <a:schemeClr val="dk1"/>
                </a:solidFill>
              </a:rPr>
              <a:t>:</a:t>
            </a:r>
            <a:endParaRPr sz="1200">
              <a:solidFill>
                <a:schemeClr val="dk1"/>
              </a:solidFill>
            </a:endParaRPr>
          </a:p>
          <a:p>
            <a:pPr indent="0" lvl="0" marL="0" rtl="0" algn="just">
              <a:lnSpc>
                <a:spcPct val="115000"/>
              </a:lnSpc>
              <a:spcBef>
                <a:spcPts val="1200"/>
              </a:spcBef>
              <a:spcAft>
                <a:spcPts val="0"/>
              </a:spcAft>
              <a:buNone/>
            </a:pPr>
            <a:r>
              <a:rPr b="1" lang="en-US" sz="1200">
                <a:solidFill>
                  <a:schemeClr val="dk1"/>
                </a:solidFill>
              </a:rPr>
              <a:t>Note:</a:t>
            </a:r>
            <a:r>
              <a:rPr lang="en-US" sz="1200">
                <a:solidFill>
                  <a:schemeClr val="dk1"/>
                </a:solidFill>
              </a:rPr>
              <a:t> deleted messages will sit in your bin that is displayed below your inbox for 30 days and are automatically deleted after this. If you wanted to delete from there you can manually do this by selecting the bin and selecting: delete forever.</a:t>
            </a:r>
            <a:endParaRPr sz="1200">
              <a:solidFill>
                <a:schemeClr val="dk1"/>
              </a:solidFill>
            </a:endParaRPr>
          </a:p>
          <a:p>
            <a:pPr indent="0" lvl="0" marL="0" rtl="0" algn="just">
              <a:lnSpc>
                <a:spcPct val="115000"/>
              </a:lnSpc>
              <a:spcBef>
                <a:spcPts val="1200"/>
              </a:spcBef>
              <a:spcAft>
                <a:spcPts val="0"/>
              </a:spcAft>
              <a:buNone/>
            </a:pPr>
            <a:r>
              <a:rPr lang="en-US" sz="1200">
                <a:solidFill>
                  <a:schemeClr val="dk1"/>
                </a:solidFill>
              </a:rPr>
              <a:t> </a:t>
            </a:r>
            <a:endParaRPr sz="1200">
              <a:solidFill>
                <a:schemeClr val="dk1"/>
              </a:solidFill>
            </a:endParaRPr>
          </a:p>
          <a:p>
            <a:pPr indent="0" lvl="0" marL="0" rtl="0" algn="l">
              <a:spcBef>
                <a:spcPts val="300"/>
              </a:spcBef>
              <a:spcAft>
                <a:spcPts val="0"/>
              </a:spcAft>
              <a:buNone/>
            </a:pPr>
            <a:r>
              <a:t/>
            </a:r>
            <a:endParaRPr sz="1500">
              <a:solidFill>
                <a:srgbClr val="3F3F3F"/>
              </a:solidFill>
              <a:latin typeface="Calibri"/>
              <a:ea typeface="Calibri"/>
              <a:cs typeface="Calibri"/>
              <a:sym typeface="Calibri"/>
            </a:endParaRPr>
          </a:p>
        </p:txBody>
      </p:sp>
      <p:sp>
        <p:nvSpPr>
          <p:cNvPr id="603" name="Google Shape;603;g29b249c993c_0_16"/>
          <p:cNvSpPr txBox="1"/>
          <p:nvPr/>
        </p:nvSpPr>
        <p:spPr>
          <a:xfrm>
            <a:off x="982150" y="561600"/>
            <a:ext cx="7968000" cy="8892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US" sz="1800">
                <a:solidFill>
                  <a:schemeClr val="dk1"/>
                </a:solidFill>
              </a:rPr>
              <a:t>How to manually apply filters to delete gmail emails after a set period of time:</a:t>
            </a:r>
            <a:endParaRPr b="1" sz="1800">
              <a:solidFill>
                <a:schemeClr val="dk1"/>
              </a:solidFill>
            </a:endParaRPr>
          </a:p>
          <a:p>
            <a:pPr indent="0" lvl="0" marL="0" rtl="0" algn="l">
              <a:spcBef>
                <a:spcPts val="1200"/>
              </a:spcBef>
              <a:spcAft>
                <a:spcPts val="0"/>
              </a:spcAft>
              <a:buNone/>
            </a:pPr>
            <a:r>
              <a:t/>
            </a:r>
            <a:endParaRPr sz="1500">
              <a:solidFill>
                <a:srgbClr val="3F3F3F"/>
              </a:solidFill>
              <a:latin typeface="Calibri"/>
              <a:ea typeface="Calibri"/>
              <a:cs typeface="Calibri"/>
              <a:sym typeface="Calibri"/>
            </a:endParaRPr>
          </a:p>
        </p:txBody>
      </p:sp>
      <p:pic>
        <p:nvPicPr>
          <p:cNvPr id="604" name="Google Shape;604;g29b249c993c_0_16"/>
          <p:cNvPicPr preferRelativeResize="0"/>
          <p:nvPr/>
        </p:nvPicPr>
        <p:blipFill rotWithShape="1">
          <a:blip r:embed="rId3">
            <a:alphaModFix/>
          </a:blip>
          <a:srcRect b="0" l="0" r="0" t="0"/>
          <a:stretch/>
        </p:blipFill>
        <p:spPr>
          <a:xfrm>
            <a:off x="0" y="1"/>
            <a:ext cx="2083606" cy="561600"/>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609" name="Shape 609"/>
        <p:cNvGrpSpPr/>
        <p:nvPr/>
      </p:nvGrpSpPr>
      <p:grpSpPr>
        <a:xfrm>
          <a:off x="0" y="0"/>
          <a:ext cx="0" cy="0"/>
          <a:chOff x="0" y="0"/>
          <a:chExt cx="0" cy="0"/>
        </a:xfrm>
      </p:grpSpPr>
      <p:pic>
        <p:nvPicPr>
          <p:cNvPr id="610" name="Google Shape;610;g29b249c993c_0_60"/>
          <p:cNvPicPr preferRelativeResize="0"/>
          <p:nvPr/>
        </p:nvPicPr>
        <p:blipFill>
          <a:blip r:embed="rId3">
            <a:alphaModFix/>
          </a:blip>
          <a:stretch>
            <a:fillRect/>
          </a:stretch>
        </p:blipFill>
        <p:spPr>
          <a:xfrm>
            <a:off x="2436475" y="82650"/>
            <a:ext cx="4425824" cy="4838700"/>
          </a:xfrm>
          <a:prstGeom prst="rect">
            <a:avLst/>
          </a:prstGeom>
          <a:noFill/>
          <a:ln>
            <a:noFill/>
          </a:ln>
        </p:spPr>
      </p:pic>
      <p:pic>
        <p:nvPicPr>
          <p:cNvPr id="611" name="Google Shape;611;g29b249c993c_0_60"/>
          <p:cNvPicPr preferRelativeResize="0"/>
          <p:nvPr/>
        </p:nvPicPr>
        <p:blipFill rotWithShape="1">
          <a:blip r:embed="rId4">
            <a:alphaModFix/>
          </a:blip>
          <a:srcRect b="0" l="0" r="0" t="0"/>
          <a:stretch/>
        </p:blipFill>
        <p:spPr>
          <a:xfrm>
            <a:off x="0" y="1"/>
            <a:ext cx="2083606" cy="561600"/>
          </a:xfrm>
          <a:prstGeom prst="rect">
            <a:avLst/>
          </a:prstGeom>
          <a:noFill/>
          <a:ln>
            <a:noFill/>
          </a:ln>
        </p:spPr>
      </p:pic>
      <p:sp>
        <p:nvSpPr>
          <p:cNvPr id="612" name="Google Shape;612;g29b249c993c_0_60"/>
          <p:cNvSpPr/>
          <p:nvPr/>
        </p:nvSpPr>
        <p:spPr>
          <a:xfrm>
            <a:off x="163750" y="600925"/>
            <a:ext cx="2352900" cy="8382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rPr b="1" lang="en-US" sz="1053">
                <a:solidFill>
                  <a:schemeClr val="dk1"/>
                </a:solidFill>
                <a:latin typeface="Calibri"/>
                <a:ea typeface="Calibri"/>
                <a:cs typeface="Calibri"/>
                <a:sym typeface="Calibri"/>
              </a:rPr>
              <a:t>Let’s take a closer look………………</a:t>
            </a:r>
            <a:endParaRPr b="1" i="0" sz="1053"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617" name="Shape 617"/>
        <p:cNvGrpSpPr/>
        <p:nvPr/>
      </p:nvGrpSpPr>
      <p:grpSpPr>
        <a:xfrm>
          <a:off x="0" y="0"/>
          <a:ext cx="0" cy="0"/>
          <a:chOff x="0" y="0"/>
          <a:chExt cx="0" cy="0"/>
        </a:xfrm>
      </p:grpSpPr>
      <p:sp>
        <p:nvSpPr>
          <p:cNvPr id="618" name="Google Shape;618;p14"/>
          <p:cNvSpPr/>
          <p:nvPr/>
        </p:nvSpPr>
        <p:spPr>
          <a:xfrm rot="-599974">
            <a:off x="-1127298" y="1470137"/>
            <a:ext cx="10767062" cy="3013073"/>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19" name="Google Shape;619;p14"/>
          <p:cNvSpPr/>
          <p:nvPr/>
        </p:nvSpPr>
        <p:spPr>
          <a:xfrm rot="-600785">
            <a:off x="8683207" y="2000885"/>
            <a:ext cx="584909" cy="277831"/>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20" name="Google Shape;620;p14"/>
          <p:cNvSpPr/>
          <p:nvPr/>
        </p:nvSpPr>
        <p:spPr>
          <a:xfrm rot="-600644">
            <a:off x="8865123" y="2212005"/>
            <a:ext cx="360691" cy="171196"/>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21" name="Google Shape;621;p14"/>
          <p:cNvSpPr/>
          <p:nvPr/>
        </p:nvSpPr>
        <p:spPr>
          <a:xfrm rot="-599865">
            <a:off x="-437932" y="2363851"/>
            <a:ext cx="876104" cy="415834"/>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22" name="Google Shape;622;p14"/>
          <p:cNvSpPr/>
          <p:nvPr/>
        </p:nvSpPr>
        <p:spPr>
          <a:xfrm rot="-600812">
            <a:off x="-455348" y="2700685"/>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23" name="Google Shape;623;p14"/>
          <p:cNvSpPr/>
          <p:nvPr/>
        </p:nvSpPr>
        <p:spPr>
          <a:xfrm>
            <a:off x="6574044" y="384434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sp>
        <p:nvSpPr>
          <p:cNvPr id="624" name="Google Shape;624;p14"/>
          <p:cNvSpPr/>
          <p:nvPr/>
        </p:nvSpPr>
        <p:spPr>
          <a:xfrm>
            <a:off x="1145328" y="1636401"/>
            <a:ext cx="3976800" cy="2975100"/>
          </a:xfrm>
          <a:prstGeom prst="roundRect">
            <a:avLst>
              <a:gd fmla="val 7106" name="adj"/>
            </a:avLst>
          </a:prstGeom>
          <a:solidFill>
            <a:srgbClr val="0191B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25" name="Google Shape;625;p14"/>
          <p:cNvSpPr txBox="1"/>
          <p:nvPr/>
        </p:nvSpPr>
        <p:spPr>
          <a:xfrm>
            <a:off x="884810" y="862288"/>
            <a:ext cx="4237200" cy="47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5"/>
              <a:buFont typeface="Arial"/>
              <a:buNone/>
            </a:pPr>
            <a:r>
              <a:rPr b="1" i="0" lang="en-US" sz="2475" u="none" cap="none" strike="noStrike">
                <a:solidFill>
                  <a:srgbClr val="002060"/>
                </a:solidFill>
                <a:latin typeface="Calibri"/>
                <a:ea typeface="Calibri"/>
                <a:cs typeface="Calibri"/>
                <a:sym typeface="Calibri"/>
              </a:rPr>
              <a:t>Recap on the main points..</a:t>
            </a:r>
            <a:endParaRPr b="0" i="0" sz="1400" u="none" cap="none" strike="noStrike">
              <a:solidFill>
                <a:srgbClr val="000000"/>
              </a:solidFill>
              <a:latin typeface="Calibri"/>
              <a:ea typeface="Calibri"/>
              <a:cs typeface="Calibri"/>
              <a:sym typeface="Calibri"/>
            </a:endParaRPr>
          </a:p>
        </p:txBody>
      </p:sp>
      <p:sp>
        <p:nvSpPr>
          <p:cNvPr id="626" name="Google Shape;626;p14"/>
          <p:cNvSpPr txBox="1"/>
          <p:nvPr/>
        </p:nvSpPr>
        <p:spPr>
          <a:xfrm>
            <a:off x="1406800" y="1778075"/>
            <a:ext cx="3193200" cy="2528700"/>
          </a:xfrm>
          <a:prstGeom prst="rect">
            <a:avLst/>
          </a:prstGeom>
          <a:noFill/>
          <a:ln>
            <a:noFill/>
          </a:ln>
        </p:spPr>
        <p:txBody>
          <a:bodyPr anchorCtr="0" anchor="ctr" bIns="17125" lIns="17125" spcFirstLastPara="1" rIns="17125" wrap="square" tIns="17125">
            <a:spAutoFit/>
          </a:bodyPr>
          <a:lstStyle/>
          <a:p>
            <a:pPr indent="0" lvl="0" marL="0" marR="0" rtl="0" algn="l">
              <a:lnSpc>
                <a:spcPct val="90000"/>
              </a:lnSpc>
              <a:spcBef>
                <a:spcPts val="1000"/>
              </a:spcBef>
              <a:spcAft>
                <a:spcPts val="0"/>
              </a:spcAft>
              <a:buClr>
                <a:schemeClr val="dk1"/>
              </a:buClr>
              <a:buSzPts val="1100"/>
              <a:buFont typeface="Arial"/>
              <a:buNone/>
            </a:pPr>
            <a:r>
              <a:rPr b="0" i="0" lang="en-US" sz="1300" u="none" cap="none" strike="noStrike">
                <a:solidFill>
                  <a:schemeClr val="lt1"/>
                </a:solidFill>
                <a:latin typeface="Calibri"/>
                <a:ea typeface="Calibri"/>
                <a:cs typeface="Calibri"/>
                <a:sym typeface="Calibri"/>
              </a:rPr>
              <a:t>Develop a plan and allow time to  complete your retention schedule…</a:t>
            </a:r>
            <a:endParaRPr b="0" i="0" sz="1300" u="none" cap="none" strike="noStrike">
              <a:solidFill>
                <a:schemeClr val="lt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lang="en-US" sz="1300">
                <a:solidFill>
                  <a:schemeClr val="lt1"/>
                </a:solidFill>
                <a:latin typeface="Calibri"/>
                <a:ea typeface="Calibri"/>
                <a:cs typeface="Calibri"/>
                <a:sym typeface="Calibri"/>
              </a:rPr>
              <a:t>Complete a personal data audit, including i</a:t>
            </a:r>
            <a:r>
              <a:rPr b="0" i="0" lang="en-US" sz="1300" u="none" cap="none" strike="noStrike">
                <a:solidFill>
                  <a:schemeClr val="lt1"/>
                </a:solidFill>
                <a:latin typeface="Calibri"/>
                <a:ea typeface="Calibri"/>
                <a:cs typeface="Calibri"/>
                <a:sym typeface="Calibri"/>
              </a:rPr>
              <a:t>dentifying and documenting software:</a:t>
            </a:r>
            <a:endParaRPr b="0" i="0" sz="1300" u="none" cap="none" strike="noStrike">
              <a:solidFill>
                <a:schemeClr val="lt1"/>
              </a:solidFill>
              <a:latin typeface="Calibri"/>
              <a:ea typeface="Calibri"/>
              <a:cs typeface="Calibri"/>
              <a:sym typeface="Calibri"/>
            </a:endParaRPr>
          </a:p>
          <a:p>
            <a:pPr indent="-311150" lvl="0" marL="457200" marR="0" rtl="0" algn="l">
              <a:lnSpc>
                <a:spcPct val="90000"/>
              </a:lnSpc>
              <a:spcBef>
                <a:spcPts val="1000"/>
              </a:spcBef>
              <a:spcAft>
                <a:spcPts val="0"/>
              </a:spcAft>
              <a:buClr>
                <a:schemeClr val="lt1"/>
              </a:buClr>
              <a:buSzPts val="1300"/>
              <a:buFont typeface="Calibri"/>
              <a:buChar char="●"/>
            </a:pPr>
            <a:r>
              <a:rPr b="0" i="0" lang="en-US" sz="1300" u="none" cap="none" strike="noStrike">
                <a:solidFill>
                  <a:schemeClr val="lt1"/>
                </a:solidFill>
                <a:latin typeface="Calibri"/>
                <a:ea typeface="Calibri"/>
                <a:cs typeface="Calibri"/>
                <a:sym typeface="Calibri"/>
              </a:rPr>
              <a:t>Identify and document where data is currently residing and how far this data goes back</a:t>
            </a:r>
            <a:endParaRPr b="0" i="0" sz="1300" u="none" cap="none" strike="noStrike">
              <a:solidFill>
                <a:schemeClr val="lt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300" u="none" cap="none" strike="noStrike">
                <a:solidFill>
                  <a:schemeClr val="lt1"/>
                </a:solidFill>
                <a:latin typeface="Calibri"/>
                <a:ea typeface="Calibri"/>
                <a:cs typeface="Calibri"/>
                <a:sym typeface="Calibri"/>
              </a:rPr>
              <a:t>Use your  retention schedule as a live document to maintain data on systems and keep up to date</a:t>
            </a:r>
            <a:endParaRPr b="0" i="0" sz="1300" u="none" cap="none" strike="noStrike">
              <a:solidFill>
                <a:schemeClr val="lt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300" u="none" cap="none" strike="noStrike">
                <a:solidFill>
                  <a:schemeClr val="lt1"/>
                </a:solidFill>
                <a:latin typeface="Calibri"/>
                <a:ea typeface="Calibri"/>
                <a:cs typeface="Calibri"/>
                <a:sym typeface="Calibri"/>
              </a:rPr>
              <a:t>Regular review and maintain!</a:t>
            </a:r>
            <a:endParaRPr b="1" i="0" sz="900" u="none" cap="none" strike="noStrike">
              <a:solidFill>
                <a:schemeClr val="lt1"/>
              </a:solidFill>
              <a:latin typeface="Open Sans"/>
              <a:ea typeface="Open Sans"/>
              <a:cs typeface="Open Sans"/>
              <a:sym typeface="Open Sans"/>
            </a:endParaRPr>
          </a:p>
        </p:txBody>
      </p:sp>
      <p:sp>
        <p:nvSpPr>
          <p:cNvPr id="627" name="Google Shape;627;p14"/>
          <p:cNvSpPr txBox="1"/>
          <p:nvPr/>
        </p:nvSpPr>
        <p:spPr>
          <a:xfrm>
            <a:off x="4572000" y="3235496"/>
            <a:ext cx="556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FFFFFF"/>
                </a:solidFill>
                <a:latin typeface="Merriweather"/>
                <a:ea typeface="Merriweather"/>
                <a:cs typeface="Merriweather"/>
                <a:sym typeface="Merriweather"/>
              </a:rPr>
              <a:t>DPE is here to support you</a:t>
            </a:r>
            <a:endParaRPr b="1" i="1" sz="1800" u="none" cap="none" strike="noStrike">
              <a:solidFill>
                <a:srgbClr val="FFFFFF"/>
              </a:solidFill>
              <a:latin typeface="Merriweather"/>
              <a:ea typeface="Merriweather"/>
              <a:cs typeface="Merriweather"/>
              <a:sym typeface="Merriweather"/>
            </a:endParaRPr>
          </a:p>
        </p:txBody>
      </p:sp>
      <p:sp>
        <p:nvSpPr>
          <p:cNvPr id="628" name="Google Shape;628;p14"/>
          <p:cNvSpPr/>
          <p:nvPr/>
        </p:nvSpPr>
        <p:spPr>
          <a:xfrm>
            <a:off x="6298205" y="3966418"/>
            <a:ext cx="2521500" cy="722700"/>
          </a:xfrm>
          <a:prstGeom prst="roundRect">
            <a:avLst>
              <a:gd fmla="val 17819" name="adj"/>
            </a:avLst>
          </a:prstGeom>
          <a:solidFill>
            <a:srgbClr val="22B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29" name="Google Shape;629;p14"/>
          <p:cNvSpPr txBox="1"/>
          <p:nvPr/>
        </p:nvSpPr>
        <p:spPr>
          <a:xfrm>
            <a:off x="6894411" y="4163032"/>
            <a:ext cx="1797000" cy="404100"/>
          </a:xfrm>
          <a:prstGeom prst="rect">
            <a:avLst/>
          </a:prstGeom>
          <a:solidFill>
            <a:schemeClr val="accent1"/>
          </a:solidFill>
          <a:ln>
            <a:noFill/>
          </a:ln>
        </p:spPr>
        <p:txBody>
          <a:bodyPr anchorCtr="0" anchor="ctr" bIns="17125" lIns="17125" spcFirstLastPara="1" rIns="17125" wrap="square" tIns="17125">
            <a:sp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highlight>
                  <a:srgbClr val="0191BC"/>
                </a:highlight>
                <a:latin typeface="Calibri"/>
                <a:ea typeface="Calibri"/>
                <a:cs typeface="Calibri"/>
                <a:sym typeface="Calibri"/>
              </a:rPr>
              <a:t>Managing data retention is a continuous process</a:t>
            </a:r>
            <a:endParaRPr b="1" i="0" sz="1100" u="none" cap="none" strike="noStrike">
              <a:solidFill>
                <a:srgbClr val="002060"/>
              </a:solidFill>
              <a:highlight>
                <a:srgbClr val="0191BC"/>
              </a:highlight>
              <a:latin typeface="Open Sans"/>
              <a:ea typeface="Open Sans"/>
              <a:cs typeface="Open Sans"/>
              <a:sym typeface="Open Sans"/>
            </a:endParaRPr>
          </a:p>
        </p:txBody>
      </p:sp>
      <p:sp>
        <p:nvSpPr>
          <p:cNvPr id="630" name="Google Shape;630;p14"/>
          <p:cNvSpPr/>
          <p:nvPr/>
        </p:nvSpPr>
        <p:spPr>
          <a:xfrm>
            <a:off x="8537883" y="4540779"/>
            <a:ext cx="436800" cy="436800"/>
          </a:xfrm>
          <a:prstGeom prst="ellipse">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50"/>
              <a:buFont typeface="Arial"/>
              <a:buNone/>
            </a:pPr>
            <a:r>
              <a:rPr b="1" i="0" lang="en-US" sz="2250" u="none" cap="none" strike="noStrike">
                <a:solidFill>
                  <a:schemeClr val="lt1"/>
                </a:solidFill>
                <a:latin typeface="Montserrat"/>
                <a:ea typeface="Montserrat"/>
                <a:cs typeface="Montserrat"/>
                <a:sym typeface="Montserrat"/>
              </a:rPr>
              <a:t>&gt;</a:t>
            </a:r>
            <a:endParaRPr b="0" i="0" sz="1400" u="none" cap="none" strike="noStrike">
              <a:solidFill>
                <a:srgbClr val="000000"/>
              </a:solidFill>
              <a:latin typeface="Arial"/>
              <a:ea typeface="Arial"/>
              <a:cs typeface="Arial"/>
              <a:sym typeface="Arial"/>
            </a:endParaRPr>
          </a:p>
        </p:txBody>
      </p:sp>
      <p:pic>
        <p:nvPicPr>
          <p:cNvPr descr="Icon&#10;&#10;Description automatically generated" id="631" name="Google Shape;631;p14"/>
          <p:cNvPicPr preferRelativeResize="0"/>
          <p:nvPr/>
        </p:nvPicPr>
        <p:blipFill rotWithShape="1">
          <a:blip r:embed="rId3">
            <a:alphaModFix/>
          </a:blip>
          <a:srcRect b="0" l="0" r="0" t="0"/>
          <a:stretch/>
        </p:blipFill>
        <p:spPr>
          <a:xfrm>
            <a:off x="6279696" y="4060046"/>
            <a:ext cx="579125" cy="579125"/>
          </a:xfrm>
          <a:prstGeom prst="rect">
            <a:avLst/>
          </a:prstGeom>
          <a:noFill/>
          <a:ln>
            <a:noFill/>
          </a:ln>
        </p:spPr>
      </p:pic>
      <p:pic>
        <p:nvPicPr>
          <p:cNvPr id="632" name="Google Shape;632;p14"/>
          <p:cNvPicPr preferRelativeResize="0"/>
          <p:nvPr/>
        </p:nvPicPr>
        <p:blipFill rotWithShape="1">
          <a:blip r:embed="rId4">
            <a:alphaModFix/>
          </a:blip>
          <a:srcRect b="0" l="0" r="0" t="0"/>
          <a:stretch/>
        </p:blipFill>
        <p:spPr>
          <a:xfrm>
            <a:off x="0" y="1"/>
            <a:ext cx="2083606" cy="56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6" name="Shape 636"/>
        <p:cNvGrpSpPr/>
        <p:nvPr/>
      </p:nvGrpSpPr>
      <p:grpSpPr>
        <a:xfrm>
          <a:off x="0" y="0"/>
          <a:ext cx="0" cy="0"/>
          <a:chOff x="0" y="0"/>
          <a:chExt cx="0" cy="0"/>
        </a:xfrm>
      </p:grpSpPr>
      <p:sp>
        <p:nvSpPr>
          <p:cNvPr id="637" name="Google Shape;637;p24"/>
          <p:cNvSpPr/>
          <p:nvPr/>
        </p:nvSpPr>
        <p:spPr>
          <a:xfrm>
            <a:off x="780484" y="1216569"/>
            <a:ext cx="3731700" cy="3119100"/>
          </a:xfrm>
          <a:prstGeom prst="roundRect">
            <a:avLst>
              <a:gd fmla="val 6492"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rgbClr val="1E2226"/>
              </a:solidFill>
              <a:latin typeface="Calibri"/>
              <a:ea typeface="Calibri"/>
              <a:cs typeface="Calibri"/>
              <a:sym typeface="Calibri"/>
            </a:endParaRPr>
          </a:p>
        </p:txBody>
      </p:sp>
      <p:sp>
        <p:nvSpPr>
          <p:cNvPr id="638" name="Google Shape;638;p24"/>
          <p:cNvSpPr/>
          <p:nvPr/>
        </p:nvSpPr>
        <p:spPr>
          <a:xfrm>
            <a:off x="1218356" y="1608799"/>
            <a:ext cx="268939" cy="274284"/>
          </a:xfrm>
          <a:custGeom>
            <a:rect b="b" l="l" r="r" t="t"/>
            <a:pathLst>
              <a:path extrusionOk="0" h="114" w="108">
                <a:moveTo>
                  <a:pt x="104" y="88"/>
                </a:moveTo>
                <a:cubicBezTo>
                  <a:pt x="103" y="87"/>
                  <a:pt x="103" y="87"/>
                  <a:pt x="103" y="87"/>
                </a:cubicBezTo>
                <a:cubicBezTo>
                  <a:pt x="101" y="83"/>
                  <a:pt x="80" y="76"/>
                  <a:pt x="78" y="76"/>
                </a:cubicBezTo>
                <a:cubicBezTo>
                  <a:pt x="77" y="76"/>
                  <a:pt x="77" y="76"/>
                  <a:pt x="77" y="76"/>
                </a:cubicBezTo>
                <a:cubicBezTo>
                  <a:pt x="74" y="77"/>
                  <a:pt x="70" y="80"/>
                  <a:pt x="64" y="86"/>
                </a:cubicBezTo>
                <a:cubicBezTo>
                  <a:pt x="56" y="82"/>
                  <a:pt x="46" y="73"/>
                  <a:pt x="41" y="67"/>
                </a:cubicBezTo>
                <a:cubicBezTo>
                  <a:pt x="35" y="61"/>
                  <a:pt x="29" y="51"/>
                  <a:pt x="26" y="44"/>
                </a:cubicBezTo>
                <a:cubicBezTo>
                  <a:pt x="34" y="37"/>
                  <a:pt x="37" y="34"/>
                  <a:pt x="37" y="30"/>
                </a:cubicBezTo>
                <a:cubicBezTo>
                  <a:pt x="38" y="29"/>
                  <a:pt x="34" y="7"/>
                  <a:pt x="30" y="4"/>
                </a:cubicBezTo>
                <a:cubicBezTo>
                  <a:pt x="29" y="4"/>
                  <a:pt x="29" y="4"/>
                  <a:pt x="29" y="4"/>
                </a:cubicBezTo>
                <a:cubicBezTo>
                  <a:pt x="26" y="2"/>
                  <a:pt x="23" y="0"/>
                  <a:pt x="18" y="0"/>
                </a:cubicBezTo>
                <a:cubicBezTo>
                  <a:pt x="17" y="1"/>
                  <a:pt x="16" y="1"/>
                  <a:pt x="16" y="2"/>
                </a:cubicBezTo>
                <a:cubicBezTo>
                  <a:pt x="13" y="3"/>
                  <a:pt x="6" y="8"/>
                  <a:pt x="3" y="14"/>
                </a:cubicBezTo>
                <a:cubicBezTo>
                  <a:pt x="1" y="18"/>
                  <a:pt x="0" y="53"/>
                  <a:pt x="26" y="83"/>
                </a:cubicBezTo>
                <a:cubicBezTo>
                  <a:pt x="52" y="112"/>
                  <a:pt x="84" y="114"/>
                  <a:pt x="89" y="113"/>
                </a:cubicBezTo>
                <a:cubicBezTo>
                  <a:pt x="89" y="113"/>
                  <a:pt x="89" y="113"/>
                  <a:pt x="89" y="113"/>
                </a:cubicBezTo>
                <a:cubicBezTo>
                  <a:pt x="90" y="112"/>
                  <a:pt x="90" y="112"/>
                  <a:pt x="90" y="112"/>
                </a:cubicBezTo>
                <a:cubicBezTo>
                  <a:pt x="96" y="110"/>
                  <a:pt x="102" y="104"/>
                  <a:pt x="104" y="101"/>
                </a:cubicBezTo>
                <a:cubicBezTo>
                  <a:pt x="108" y="97"/>
                  <a:pt x="105" y="91"/>
                  <a:pt x="104" y="88"/>
                </a:cubicBezTo>
                <a:close/>
              </a:path>
            </a:pathLst>
          </a:custGeom>
          <a:solidFill>
            <a:srgbClr val="F07E35"/>
          </a:solidFill>
          <a:ln>
            <a:noFill/>
          </a:ln>
        </p:spPr>
        <p:txBody>
          <a:bodyPr anchorCtr="0" anchor="t" bIns="17125" lIns="34275" spcFirstLastPara="1" rIns="34275" wrap="square" tIns="171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1E2226"/>
              </a:solidFill>
              <a:latin typeface="Open Sans"/>
              <a:ea typeface="Open Sans"/>
              <a:cs typeface="Open Sans"/>
              <a:sym typeface="Open Sans"/>
            </a:endParaRPr>
          </a:p>
        </p:txBody>
      </p:sp>
      <p:sp>
        <p:nvSpPr>
          <p:cNvPr id="639" name="Google Shape;639;p24"/>
          <p:cNvSpPr/>
          <p:nvPr/>
        </p:nvSpPr>
        <p:spPr>
          <a:xfrm>
            <a:off x="1218356" y="3681623"/>
            <a:ext cx="268939" cy="205713"/>
          </a:xfrm>
          <a:custGeom>
            <a:rect b="b" l="l" r="r" t="t"/>
            <a:pathLst>
              <a:path extrusionOk="0" h="56" w="72">
                <a:moveTo>
                  <a:pt x="66" y="17"/>
                </a:moveTo>
                <a:cubicBezTo>
                  <a:pt x="59" y="21"/>
                  <a:pt x="53" y="26"/>
                  <a:pt x="47" y="30"/>
                </a:cubicBezTo>
                <a:cubicBezTo>
                  <a:pt x="44" y="32"/>
                  <a:pt x="40" y="36"/>
                  <a:pt x="37" y="36"/>
                </a:cubicBezTo>
                <a:cubicBezTo>
                  <a:pt x="36" y="36"/>
                  <a:pt x="36" y="36"/>
                  <a:pt x="36" y="36"/>
                </a:cubicBezTo>
                <a:cubicBezTo>
                  <a:pt x="36" y="36"/>
                  <a:pt x="36" y="36"/>
                  <a:pt x="36" y="36"/>
                </a:cubicBezTo>
                <a:cubicBezTo>
                  <a:pt x="33" y="36"/>
                  <a:pt x="29" y="32"/>
                  <a:pt x="26" y="30"/>
                </a:cubicBezTo>
                <a:cubicBezTo>
                  <a:pt x="20" y="26"/>
                  <a:pt x="14" y="21"/>
                  <a:pt x="7" y="17"/>
                </a:cubicBezTo>
                <a:cubicBezTo>
                  <a:pt x="5" y="15"/>
                  <a:pt x="0" y="11"/>
                  <a:pt x="0" y="7"/>
                </a:cubicBezTo>
                <a:cubicBezTo>
                  <a:pt x="0" y="3"/>
                  <a:pt x="3" y="0"/>
                  <a:pt x="7" y="0"/>
                </a:cubicBezTo>
                <a:cubicBezTo>
                  <a:pt x="66" y="0"/>
                  <a:pt x="66" y="0"/>
                  <a:pt x="66" y="0"/>
                </a:cubicBezTo>
                <a:cubicBezTo>
                  <a:pt x="70" y="0"/>
                  <a:pt x="72" y="2"/>
                  <a:pt x="72" y="6"/>
                </a:cubicBezTo>
                <a:cubicBezTo>
                  <a:pt x="72" y="11"/>
                  <a:pt x="69" y="15"/>
                  <a:pt x="66" y="17"/>
                </a:cubicBezTo>
                <a:close/>
                <a:moveTo>
                  <a:pt x="72" y="50"/>
                </a:moveTo>
                <a:cubicBezTo>
                  <a:pt x="72" y="53"/>
                  <a:pt x="70" y="56"/>
                  <a:pt x="66" y="56"/>
                </a:cubicBezTo>
                <a:cubicBezTo>
                  <a:pt x="7" y="56"/>
                  <a:pt x="7" y="56"/>
                  <a:pt x="7" y="56"/>
                </a:cubicBezTo>
                <a:cubicBezTo>
                  <a:pt x="3" y="56"/>
                  <a:pt x="0" y="53"/>
                  <a:pt x="0" y="50"/>
                </a:cubicBezTo>
                <a:cubicBezTo>
                  <a:pt x="0" y="18"/>
                  <a:pt x="0" y="18"/>
                  <a:pt x="0" y="18"/>
                </a:cubicBezTo>
                <a:cubicBezTo>
                  <a:pt x="2" y="19"/>
                  <a:pt x="3" y="20"/>
                  <a:pt x="5" y="21"/>
                </a:cubicBezTo>
                <a:cubicBezTo>
                  <a:pt x="11" y="26"/>
                  <a:pt x="18" y="30"/>
                  <a:pt x="24" y="35"/>
                </a:cubicBezTo>
                <a:cubicBezTo>
                  <a:pt x="28" y="38"/>
                  <a:pt x="32" y="41"/>
                  <a:pt x="36" y="41"/>
                </a:cubicBezTo>
                <a:cubicBezTo>
                  <a:pt x="36" y="41"/>
                  <a:pt x="36" y="41"/>
                  <a:pt x="36" y="41"/>
                </a:cubicBezTo>
                <a:cubicBezTo>
                  <a:pt x="37" y="41"/>
                  <a:pt x="37" y="41"/>
                  <a:pt x="37" y="41"/>
                </a:cubicBezTo>
                <a:cubicBezTo>
                  <a:pt x="41" y="41"/>
                  <a:pt x="45" y="38"/>
                  <a:pt x="48" y="35"/>
                </a:cubicBezTo>
                <a:cubicBezTo>
                  <a:pt x="55" y="30"/>
                  <a:pt x="62" y="26"/>
                  <a:pt x="68" y="21"/>
                </a:cubicBezTo>
                <a:cubicBezTo>
                  <a:pt x="70" y="20"/>
                  <a:pt x="71" y="19"/>
                  <a:pt x="72" y="18"/>
                </a:cubicBezTo>
                <a:lnTo>
                  <a:pt x="72" y="50"/>
                </a:lnTo>
                <a:close/>
              </a:path>
            </a:pathLst>
          </a:custGeom>
          <a:solidFill>
            <a:srgbClr val="F07E35"/>
          </a:solidFill>
          <a:ln>
            <a:noFill/>
          </a:ln>
        </p:spPr>
        <p:txBody>
          <a:bodyPr anchorCtr="0" anchor="t" bIns="17125" lIns="34275" spcFirstLastPara="1" rIns="34275" wrap="square" tIns="171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1E2226"/>
              </a:solidFill>
              <a:latin typeface="Open Sans"/>
              <a:ea typeface="Open Sans"/>
              <a:cs typeface="Open Sans"/>
              <a:sym typeface="Open Sans"/>
            </a:endParaRPr>
          </a:p>
        </p:txBody>
      </p:sp>
      <p:sp>
        <p:nvSpPr>
          <p:cNvPr id="640" name="Google Shape;640;p24"/>
          <p:cNvSpPr/>
          <p:nvPr/>
        </p:nvSpPr>
        <p:spPr>
          <a:xfrm>
            <a:off x="1218356" y="2645318"/>
            <a:ext cx="269293" cy="274070"/>
          </a:xfrm>
          <a:custGeom>
            <a:rect b="b" l="l" r="r" t="t"/>
            <a:pathLst>
              <a:path extrusionOk="0" h="891283" w="897643">
                <a:moveTo>
                  <a:pt x="0" y="490747"/>
                </a:moveTo>
                <a:lnTo>
                  <a:pt x="247043" y="490747"/>
                </a:lnTo>
                <a:cubicBezTo>
                  <a:pt x="254761" y="633590"/>
                  <a:pt x="300292" y="771817"/>
                  <a:pt x="378976" y="891284"/>
                </a:cubicBezTo>
                <a:cubicBezTo>
                  <a:pt x="176287" y="859446"/>
                  <a:pt x="20585" y="694886"/>
                  <a:pt x="0" y="490747"/>
                </a:cubicBezTo>
                <a:close/>
                <a:moveTo>
                  <a:pt x="0" y="400536"/>
                </a:moveTo>
                <a:cubicBezTo>
                  <a:pt x="20585" y="196397"/>
                  <a:pt x="176287" y="31838"/>
                  <a:pt x="378976" y="0"/>
                </a:cubicBezTo>
                <a:cubicBezTo>
                  <a:pt x="300292" y="119467"/>
                  <a:pt x="254761" y="257694"/>
                  <a:pt x="247043" y="400536"/>
                </a:cubicBezTo>
                <a:lnTo>
                  <a:pt x="0" y="400536"/>
                </a:lnTo>
                <a:close/>
                <a:moveTo>
                  <a:pt x="897599" y="400536"/>
                </a:moveTo>
                <a:lnTo>
                  <a:pt x="650556" y="400536"/>
                </a:lnTo>
                <a:cubicBezTo>
                  <a:pt x="642838" y="257694"/>
                  <a:pt x="597307" y="119467"/>
                  <a:pt x="518623" y="0"/>
                </a:cubicBezTo>
                <a:cubicBezTo>
                  <a:pt x="721312" y="31838"/>
                  <a:pt x="877013" y="196397"/>
                  <a:pt x="897599" y="400536"/>
                </a:cubicBezTo>
                <a:close/>
                <a:moveTo>
                  <a:pt x="897599" y="490747"/>
                </a:moveTo>
                <a:cubicBezTo>
                  <a:pt x="877013" y="694887"/>
                  <a:pt x="721312" y="859446"/>
                  <a:pt x="518623" y="891284"/>
                </a:cubicBezTo>
                <a:cubicBezTo>
                  <a:pt x="597307" y="771817"/>
                  <a:pt x="642838" y="633590"/>
                  <a:pt x="650556" y="490747"/>
                </a:cubicBezTo>
                <a:lnTo>
                  <a:pt x="897644" y="490747"/>
                </a:lnTo>
                <a:close/>
                <a:moveTo>
                  <a:pt x="337389" y="490747"/>
                </a:moveTo>
                <a:lnTo>
                  <a:pt x="560210" y="490747"/>
                </a:lnTo>
                <a:cubicBezTo>
                  <a:pt x="552786" y="612509"/>
                  <a:pt x="514441" y="730367"/>
                  <a:pt x="448799" y="833188"/>
                </a:cubicBezTo>
                <a:cubicBezTo>
                  <a:pt x="383157" y="730367"/>
                  <a:pt x="344813" y="612509"/>
                  <a:pt x="337389" y="490747"/>
                </a:cubicBezTo>
                <a:close/>
                <a:moveTo>
                  <a:pt x="337389" y="400536"/>
                </a:moveTo>
                <a:cubicBezTo>
                  <a:pt x="344813" y="278775"/>
                  <a:pt x="383157" y="160917"/>
                  <a:pt x="448799" y="58096"/>
                </a:cubicBezTo>
                <a:cubicBezTo>
                  <a:pt x="514441" y="160917"/>
                  <a:pt x="552786" y="278775"/>
                  <a:pt x="560210" y="400536"/>
                </a:cubicBezTo>
                <a:lnTo>
                  <a:pt x="337389" y="400536"/>
                </a:lnTo>
                <a:close/>
              </a:path>
            </a:pathLst>
          </a:custGeom>
          <a:solidFill>
            <a:srgbClr val="F07E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3"/>
              <a:buFont typeface="Arial"/>
              <a:buNone/>
            </a:pPr>
            <a:r>
              <a:t/>
            </a:r>
            <a:endParaRPr b="0" i="0" sz="253" u="none" cap="none" strike="noStrike">
              <a:solidFill>
                <a:srgbClr val="1E2226"/>
              </a:solidFill>
              <a:latin typeface="Open Sans"/>
              <a:ea typeface="Open Sans"/>
              <a:cs typeface="Open Sans"/>
              <a:sym typeface="Open Sans"/>
            </a:endParaRPr>
          </a:p>
        </p:txBody>
      </p:sp>
      <p:sp>
        <p:nvSpPr>
          <p:cNvPr id="641" name="Google Shape;641;p24"/>
          <p:cNvSpPr txBox="1"/>
          <p:nvPr/>
        </p:nvSpPr>
        <p:spPr>
          <a:xfrm>
            <a:off x="1603300" y="1506250"/>
            <a:ext cx="90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E2226"/>
                </a:solidFill>
                <a:latin typeface="Open Sans"/>
                <a:ea typeface="Open Sans"/>
                <a:cs typeface="Open Sans"/>
                <a:sym typeface="Open Sans"/>
              </a:rPr>
              <a:t>Phone</a:t>
            </a:r>
            <a:endParaRPr b="0" i="0" sz="1800" u="none" cap="none" strike="noStrike">
              <a:solidFill>
                <a:srgbClr val="1E2226"/>
              </a:solidFill>
              <a:latin typeface="Arial"/>
              <a:ea typeface="Arial"/>
              <a:cs typeface="Arial"/>
              <a:sym typeface="Arial"/>
            </a:endParaRPr>
          </a:p>
        </p:txBody>
      </p:sp>
      <p:sp>
        <p:nvSpPr>
          <p:cNvPr id="642" name="Google Shape;642;p24"/>
          <p:cNvSpPr txBox="1"/>
          <p:nvPr/>
        </p:nvSpPr>
        <p:spPr>
          <a:xfrm>
            <a:off x="1588935" y="2534603"/>
            <a:ext cx="10284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E2226"/>
                </a:solidFill>
                <a:latin typeface="Open Sans"/>
                <a:ea typeface="Open Sans"/>
                <a:cs typeface="Open Sans"/>
                <a:sym typeface="Open Sans"/>
              </a:rPr>
              <a:t>Website</a:t>
            </a:r>
            <a:endParaRPr b="0" i="0" sz="1800" u="none" cap="none" strike="noStrike">
              <a:solidFill>
                <a:srgbClr val="1E2226"/>
              </a:solidFill>
              <a:latin typeface="Arial"/>
              <a:ea typeface="Arial"/>
              <a:cs typeface="Arial"/>
              <a:sym typeface="Arial"/>
            </a:endParaRPr>
          </a:p>
        </p:txBody>
      </p:sp>
      <p:sp>
        <p:nvSpPr>
          <p:cNvPr id="643" name="Google Shape;643;p24"/>
          <p:cNvSpPr txBox="1"/>
          <p:nvPr/>
        </p:nvSpPr>
        <p:spPr>
          <a:xfrm>
            <a:off x="1621256" y="3601400"/>
            <a:ext cx="18072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E2226"/>
                </a:solidFill>
                <a:latin typeface="Open Sans"/>
                <a:ea typeface="Open Sans"/>
                <a:cs typeface="Open Sans"/>
                <a:sym typeface="Open Sans"/>
              </a:rPr>
              <a:t>Email</a:t>
            </a:r>
            <a:endParaRPr b="0" i="0" sz="1800" u="none" cap="none" strike="noStrike">
              <a:solidFill>
                <a:srgbClr val="1E2226"/>
              </a:solidFill>
              <a:latin typeface="Arial"/>
              <a:ea typeface="Arial"/>
              <a:cs typeface="Arial"/>
              <a:sym typeface="Arial"/>
            </a:endParaRPr>
          </a:p>
        </p:txBody>
      </p:sp>
      <p:sp>
        <p:nvSpPr>
          <p:cNvPr id="644" name="Google Shape;644;p24"/>
          <p:cNvSpPr txBox="1"/>
          <p:nvPr/>
        </p:nvSpPr>
        <p:spPr>
          <a:xfrm>
            <a:off x="1603300" y="1727278"/>
            <a:ext cx="1737000" cy="28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63"/>
              <a:buFont typeface="Arial"/>
              <a:buNone/>
            </a:pPr>
            <a:r>
              <a:rPr b="0" i="0" lang="en-US" sz="1263" u="none" cap="none" strike="noStrike">
                <a:solidFill>
                  <a:srgbClr val="1E2226"/>
                </a:solidFill>
                <a:latin typeface="Open Sans"/>
                <a:ea typeface="Open Sans"/>
                <a:cs typeface="Open Sans"/>
                <a:sym typeface="Open Sans"/>
              </a:rPr>
              <a:t>0800 0862018</a:t>
            </a:r>
            <a:endParaRPr b="0" i="0" sz="1263" u="none" cap="none" strike="noStrike">
              <a:solidFill>
                <a:srgbClr val="1E2226"/>
              </a:solidFill>
              <a:latin typeface="Open Sans"/>
              <a:ea typeface="Open Sans"/>
              <a:cs typeface="Open Sans"/>
              <a:sym typeface="Open Sans"/>
            </a:endParaRPr>
          </a:p>
        </p:txBody>
      </p:sp>
      <p:sp>
        <p:nvSpPr>
          <p:cNvPr id="645" name="Google Shape;645;p24"/>
          <p:cNvSpPr txBox="1"/>
          <p:nvPr/>
        </p:nvSpPr>
        <p:spPr>
          <a:xfrm>
            <a:off x="1588925" y="2731650"/>
            <a:ext cx="2965500" cy="28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63"/>
              <a:buFont typeface="Arial"/>
              <a:buNone/>
            </a:pPr>
            <a:r>
              <a:rPr b="0" i="0" lang="en-US" sz="1263" u="none" cap="none" strike="noStrike">
                <a:solidFill>
                  <a:srgbClr val="1E2226"/>
                </a:solidFill>
                <a:latin typeface="Open Sans"/>
                <a:ea typeface="Open Sans"/>
                <a:cs typeface="Open Sans"/>
                <a:sym typeface="Open Sans"/>
              </a:rPr>
              <a:t>https://dataprotection.education</a:t>
            </a:r>
            <a:endParaRPr b="0" i="0" sz="1263" u="none" cap="none" strike="noStrike">
              <a:solidFill>
                <a:srgbClr val="1E2226"/>
              </a:solidFill>
              <a:latin typeface="Open Sans"/>
              <a:ea typeface="Open Sans"/>
              <a:cs typeface="Open Sans"/>
              <a:sym typeface="Open Sans"/>
            </a:endParaRPr>
          </a:p>
        </p:txBody>
      </p:sp>
      <p:sp>
        <p:nvSpPr>
          <p:cNvPr id="646" name="Google Shape;646;p24"/>
          <p:cNvSpPr txBox="1"/>
          <p:nvPr/>
        </p:nvSpPr>
        <p:spPr>
          <a:xfrm>
            <a:off x="1621256" y="3796875"/>
            <a:ext cx="2814600" cy="48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63"/>
              <a:buFont typeface="Arial"/>
              <a:buNone/>
            </a:pPr>
            <a:r>
              <a:rPr lang="en-US" sz="1263">
                <a:solidFill>
                  <a:srgbClr val="1E2226"/>
                </a:solidFill>
                <a:latin typeface="Open Sans"/>
                <a:ea typeface="Open Sans"/>
                <a:cs typeface="Open Sans"/>
                <a:sym typeface="Open Sans"/>
              </a:rPr>
              <a:t>dpo</a:t>
            </a:r>
            <a:r>
              <a:rPr b="0" i="0" lang="en-US" sz="1263" u="none" cap="none" strike="noStrike">
                <a:solidFill>
                  <a:srgbClr val="1E2226"/>
                </a:solidFill>
                <a:latin typeface="Open Sans"/>
                <a:ea typeface="Open Sans"/>
                <a:cs typeface="Open Sans"/>
                <a:sym typeface="Open Sans"/>
              </a:rPr>
              <a:t>@dataprotection.education</a:t>
            </a:r>
            <a:endParaRPr b="0" i="0" sz="1263" u="none" cap="none" strike="noStrike">
              <a:solidFill>
                <a:srgbClr val="1E2226"/>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63"/>
              <a:buFont typeface="Arial"/>
              <a:buNone/>
            </a:pPr>
            <a:r>
              <a:t/>
            </a:r>
            <a:endParaRPr sz="1263">
              <a:solidFill>
                <a:srgbClr val="1E2226"/>
              </a:solidFill>
              <a:latin typeface="Open Sans"/>
              <a:ea typeface="Open Sans"/>
              <a:cs typeface="Open Sans"/>
              <a:sym typeface="Open Sans"/>
            </a:endParaRPr>
          </a:p>
        </p:txBody>
      </p:sp>
      <p:sp>
        <p:nvSpPr>
          <p:cNvPr id="647" name="Google Shape;647;p24"/>
          <p:cNvSpPr/>
          <p:nvPr/>
        </p:nvSpPr>
        <p:spPr>
          <a:xfrm rot="-599865">
            <a:off x="8445467" y="3961381"/>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48" name="Google Shape;648;p24"/>
          <p:cNvSpPr/>
          <p:nvPr/>
        </p:nvSpPr>
        <p:spPr>
          <a:xfrm rot="-600812">
            <a:off x="8620884" y="4348931"/>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49" name="Google Shape;649;p24"/>
          <p:cNvSpPr/>
          <p:nvPr/>
        </p:nvSpPr>
        <p:spPr>
          <a:xfrm rot="-599865">
            <a:off x="-278231" y="827765"/>
            <a:ext cx="876104" cy="415834"/>
          </a:xfrm>
          <a:prstGeom prst="parallelogram">
            <a:avLst>
              <a:gd fmla="val 38575" name="adj"/>
            </a:avLst>
          </a:prstGeom>
          <a:solidFill>
            <a:srgbClr val="FFFFFF">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50" name="Google Shape;650;p24"/>
          <p:cNvSpPr/>
          <p:nvPr/>
        </p:nvSpPr>
        <p:spPr>
          <a:xfrm rot="-600812">
            <a:off x="-426073" y="1211062"/>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descr="Logo&#10;&#10;Description automatically generated" id="651" name="Google Shape;651;p24"/>
          <p:cNvPicPr preferRelativeResize="0"/>
          <p:nvPr>
            <p:ph idx="2" type="pic"/>
          </p:nvPr>
        </p:nvPicPr>
        <p:blipFill rotWithShape="1">
          <a:blip r:embed="rId3">
            <a:alphaModFix/>
          </a:blip>
          <a:srcRect b="3925" l="0" r="0" t="3925"/>
          <a:stretch/>
        </p:blipFill>
        <p:spPr>
          <a:xfrm>
            <a:off x="5015750" y="1457976"/>
            <a:ext cx="3220716" cy="2992100"/>
          </a:xfrm>
          <a:prstGeom prst="rect">
            <a:avLst/>
          </a:prstGeom>
          <a:solidFill>
            <a:srgbClr val="F2F2F2"/>
          </a:solidFill>
          <a:ln>
            <a:noFill/>
          </a:ln>
        </p:spPr>
      </p:pic>
      <p:sp>
        <p:nvSpPr>
          <p:cNvPr id="652" name="Google Shape;652;p24"/>
          <p:cNvSpPr txBox="1"/>
          <p:nvPr/>
        </p:nvSpPr>
        <p:spPr>
          <a:xfrm>
            <a:off x="1127399" y="582883"/>
            <a:ext cx="2965500" cy="61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1E2226"/>
                </a:solidFill>
                <a:latin typeface="Calibri"/>
                <a:ea typeface="Calibri"/>
                <a:cs typeface="Calibri"/>
                <a:sym typeface="Calibri"/>
              </a:rPr>
              <a:t>Contacts</a:t>
            </a:r>
            <a:endParaRPr b="0" i="0" sz="2300" u="none" cap="none" strike="noStrike">
              <a:solidFill>
                <a:srgbClr val="1E2226"/>
              </a:solidFill>
              <a:latin typeface="Calibri"/>
              <a:ea typeface="Calibri"/>
              <a:cs typeface="Calibri"/>
              <a:sym typeface="Calibri"/>
            </a:endParaRPr>
          </a:p>
        </p:txBody>
      </p:sp>
      <p:pic>
        <p:nvPicPr>
          <p:cNvPr id="653" name="Google Shape;653;p24"/>
          <p:cNvPicPr preferRelativeResize="0"/>
          <p:nvPr/>
        </p:nvPicPr>
        <p:blipFill rotWithShape="1">
          <a:blip r:embed="rId4">
            <a:alphaModFix/>
          </a:blip>
          <a:srcRect b="0" l="0" r="0" t="0"/>
          <a:stretch/>
        </p:blipFill>
        <p:spPr>
          <a:xfrm>
            <a:off x="0" y="1"/>
            <a:ext cx="2083606" cy="561600"/>
          </a:xfrm>
          <a:prstGeom prst="rect">
            <a:avLst/>
          </a:prstGeom>
          <a:noFill/>
          <a:ln>
            <a:noFill/>
          </a:ln>
        </p:spPr>
      </p:pic>
      <p:sp>
        <p:nvSpPr>
          <p:cNvPr id="654" name="Google Shape;654;p24"/>
          <p:cNvSpPr/>
          <p:nvPr/>
        </p:nvSpPr>
        <p:spPr>
          <a:xfrm>
            <a:off x="3170075" y="582875"/>
            <a:ext cx="3400800" cy="633600"/>
          </a:xfrm>
          <a:prstGeom prst="roundRect">
            <a:avLst>
              <a:gd fmla="val 7106" name="adj"/>
            </a:avLst>
          </a:prstGeom>
          <a:solidFill>
            <a:srgbClr val="0737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55" name="Google Shape;655;p24"/>
          <p:cNvSpPr txBox="1"/>
          <p:nvPr/>
        </p:nvSpPr>
        <p:spPr>
          <a:xfrm>
            <a:off x="3428450" y="676950"/>
            <a:ext cx="3142500" cy="47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5"/>
              <a:buFont typeface="Arial"/>
              <a:buNone/>
            </a:pPr>
            <a:r>
              <a:rPr b="1" i="0" lang="en-US" sz="2475" u="none" cap="none" strike="noStrike">
                <a:solidFill>
                  <a:srgbClr val="FFFFFF"/>
                </a:solidFill>
                <a:latin typeface="Calibri"/>
                <a:ea typeface="Calibri"/>
                <a:cs typeface="Calibri"/>
                <a:sym typeface="Calibri"/>
              </a:rPr>
              <a:t>Thanks for attending!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25"/>
          <p:cNvSpPr txBox="1"/>
          <p:nvPr/>
        </p:nvSpPr>
        <p:spPr>
          <a:xfrm>
            <a:off x="947174" y="707558"/>
            <a:ext cx="2965500" cy="61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1E2226"/>
                </a:solidFill>
                <a:latin typeface="Calibri"/>
                <a:ea typeface="Calibri"/>
                <a:cs typeface="Calibri"/>
                <a:sym typeface="Calibri"/>
              </a:rPr>
              <a:t>Questions...</a:t>
            </a:r>
            <a:endParaRPr b="0" i="0" sz="2300" u="none" cap="none" strike="noStrike">
              <a:solidFill>
                <a:srgbClr val="1E2226"/>
              </a:solidFill>
              <a:latin typeface="Calibri"/>
              <a:ea typeface="Calibri"/>
              <a:cs typeface="Calibri"/>
              <a:sym typeface="Calibri"/>
            </a:endParaRPr>
          </a:p>
        </p:txBody>
      </p:sp>
      <p:pic>
        <p:nvPicPr>
          <p:cNvPr id="662" name="Google Shape;662;p25"/>
          <p:cNvPicPr preferRelativeResize="0"/>
          <p:nvPr/>
        </p:nvPicPr>
        <p:blipFill rotWithShape="1">
          <a:blip r:embed="rId3">
            <a:alphaModFix/>
          </a:blip>
          <a:srcRect b="0" l="0" r="0" t="0"/>
          <a:stretch/>
        </p:blipFill>
        <p:spPr>
          <a:xfrm>
            <a:off x="2356750" y="1319248"/>
            <a:ext cx="4561325" cy="3421000"/>
          </a:xfrm>
          <a:prstGeom prst="rect">
            <a:avLst/>
          </a:prstGeom>
          <a:noFill/>
          <a:ln>
            <a:noFill/>
          </a:ln>
        </p:spPr>
      </p:pic>
      <p:pic>
        <p:nvPicPr>
          <p:cNvPr id="663" name="Google Shape;663;p25"/>
          <p:cNvPicPr preferRelativeResize="0"/>
          <p:nvPr/>
        </p:nvPicPr>
        <p:blipFill rotWithShape="1">
          <a:blip r:embed="rId4">
            <a:alphaModFix/>
          </a:blip>
          <a:srcRect b="0" l="0" r="0" t="0"/>
          <a:stretch/>
        </p:blipFill>
        <p:spPr>
          <a:xfrm>
            <a:off x="0" y="1"/>
            <a:ext cx="2083606" cy="561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FF"/>
        </a:solidFill>
      </p:bgPr>
    </p:bg>
    <p:spTree>
      <p:nvGrpSpPr>
        <p:cNvPr id="667" name="Shape 667"/>
        <p:cNvGrpSpPr/>
        <p:nvPr/>
      </p:nvGrpSpPr>
      <p:grpSpPr>
        <a:xfrm>
          <a:off x="0" y="0"/>
          <a:ext cx="0" cy="0"/>
          <a:chOff x="0" y="0"/>
          <a:chExt cx="0" cy="0"/>
        </a:xfrm>
      </p:grpSpPr>
      <p:sp>
        <p:nvSpPr>
          <p:cNvPr id="668" name="Google Shape;668;p26"/>
          <p:cNvSpPr/>
          <p:nvPr/>
        </p:nvSpPr>
        <p:spPr>
          <a:xfrm rot="-599974">
            <a:off x="-146718" y="1367723"/>
            <a:ext cx="10767062" cy="5215837"/>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69" name="Google Shape;669;p26"/>
          <p:cNvSpPr txBox="1"/>
          <p:nvPr/>
        </p:nvSpPr>
        <p:spPr>
          <a:xfrm>
            <a:off x="968544" y="3308415"/>
            <a:ext cx="7206900" cy="86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7850"/>
              <a:buFont typeface="Arial"/>
              <a:buNone/>
            </a:pPr>
            <a:r>
              <a:rPr b="0" i="0" lang="en-US" sz="7850" u="none" cap="none" strike="noStrike">
                <a:solidFill>
                  <a:srgbClr val="FFFFFF"/>
                </a:solidFill>
                <a:latin typeface="Calibri"/>
                <a:ea typeface="Calibri"/>
                <a:cs typeface="Calibri"/>
                <a:sym typeface="Calibri"/>
              </a:rPr>
              <a:t>THANK YOU</a:t>
            </a:r>
            <a:endParaRPr b="0" i="0" sz="7850" u="none" cap="none" strike="noStrike">
              <a:solidFill>
                <a:srgbClr val="FFFFFF"/>
              </a:solidFill>
              <a:latin typeface="Calibri"/>
              <a:ea typeface="Calibri"/>
              <a:cs typeface="Calibri"/>
              <a:sym typeface="Calibri"/>
            </a:endParaRPr>
          </a:p>
        </p:txBody>
      </p:sp>
      <p:sp>
        <p:nvSpPr>
          <p:cNvPr id="670" name="Google Shape;670;p26"/>
          <p:cNvSpPr txBox="1"/>
          <p:nvPr/>
        </p:nvSpPr>
        <p:spPr>
          <a:xfrm>
            <a:off x="2005256" y="4346381"/>
            <a:ext cx="5133600" cy="27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100"/>
              <a:buFont typeface="Arial"/>
              <a:buNone/>
            </a:pPr>
            <a:r>
              <a:rPr b="0" i="0" lang="en-US" sz="4100" u="none" cap="none" strike="noStrike">
                <a:solidFill>
                  <a:srgbClr val="FFFFFF"/>
                </a:solidFill>
                <a:latin typeface="Calibri"/>
                <a:ea typeface="Calibri"/>
                <a:cs typeface="Calibri"/>
                <a:sym typeface="Calibri"/>
              </a:rPr>
              <a:t>See You Next Time</a:t>
            </a:r>
            <a:endParaRPr b="0" i="0" sz="4100" u="none" cap="none" strike="noStrike">
              <a:solidFill>
                <a:srgbClr val="FFFFFF"/>
              </a:solidFill>
              <a:latin typeface="Calibri"/>
              <a:ea typeface="Calibri"/>
              <a:cs typeface="Calibri"/>
              <a:sym typeface="Calibri"/>
            </a:endParaRPr>
          </a:p>
        </p:txBody>
      </p:sp>
      <p:pic>
        <p:nvPicPr>
          <p:cNvPr id="671" name="Google Shape;671;p26"/>
          <p:cNvPicPr preferRelativeResize="0"/>
          <p:nvPr/>
        </p:nvPicPr>
        <p:blipFill rotWithShape="1">
          <a:blip r:embed="rId3">
            <a:alphaModFix/>
          </a:blip>
          <a:srcRect b="0" l="0" r="0" t="0"/>
          <a:stretch/>
        </p:blipFill>
        <p:spPr>
          <a:xfrm>
            <a:off x="7992285" y="2504923"/>
            <a:ext cx="1274764" cy="1274764"/>
          </a:xfrm>
          <a:prstGeom prst="rect">
            <a:avLst/>
          </a:prstGeom>
          <a:noFill/>
          <a:ln>
            <a:noFill/>
          </a:ln>
        </p:spPr>
      </p:pic>
      <p:sp>
        <p:nvSpPr>
          <p:cNvPr id="672" name="Google Shape;672;p26"/>
          <p:cNvSpPr/>
          <p:nvPr/>
        </p:nvSpPr>
        <p:spPr>
          <a:xfrm rot="-600785">
            <a:off x="8662428" y="1083611"/>
            <a:ext cx="584909" cy="277831"/>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73" name="Google Shape;673;p26"/>
          <p:cNvSpPr/>
          <p:nvPr/>
        </p:nvSpPr>
        <p:spPr>
          <a:xfrm rot="-600644">
            <a:off x="8844344" y="1252479"/>
            <a:ext cx="360691" cy="171196"/>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74" name="Google Shape;674;p26"/>
          <p:cNvSpPr/>
          <p:nvPr/>
        </p:nvSpPr>
        <p:spPr>
          <a:xfrm rot="-599865">
            <a:off x="-184461" y="4171564"/>
            <a:ext cx="876104" cy="415834"/>
          </a:xfrm>
          <a:prstGeom prst="parallelogram">
            <a:avLst>
              <a:gd fmla="val 38575" name="adj"/>
            </a:avLst>
          </a:prstGeom>
          <a:solidFill>
            <a:srgbClr val="574193">
              <a:alpha val="4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sp>
        <p:nvSpPr>
          <p:cNvPr id="675" name="Google Shape;675;p26"/>
          <p:cNvSpPr/>
          <p:nvPr/>
        </p:nvSpPr>
        <p:spPr>
          <a:xfrm rot="-600812">
            <a:off x="-286551" y="4508399"/>
            <a:ext cx="717733" cy="202269"/>
          </a:xfrm>
          <a:prstGeom prst="parallelogram">
            <a:avLst>
              <a:gd fmla="val 38575" name="adj"/>
            </a:avLst>
          </a:prstGeom>
          <a:solidFill>
            <a:srgbClr val="F07E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53"/>
              <a:buFont typeface="Arial"/>
              <a:buNone/>
            </a:pPr>
            <a:r>
              <a:t/>
            </a:r>
            <a:endParaRPr b="0" i="0" sz="253" u="none" cap="none" strike="noStrike">
              <a:solidFill>
                <a:schemeClr val="lt1"/>
              </a:solidFill>
              <a:latin typeface="Calibri"/>
              <a:ea typeface="Calibri"/>
              <a:cs typeface="Calibri"/>
              <a:sym typeface="Calibri"/>
            </a:endParaRPr>
          </a:p>
        </p:txBody>
      </p:sp>
      <p:pic>
        <p:nvPicPr>
          <p:cNvPr id="676" name="Google Shape;676;p26"/>
          <p:cNvPicPr preferRelativeResize="0"/>
          <p:nvPr/>
        </p:nvPicPr>
        <p:blipFill rotWithShape="1">
          <a:blip r:embed="rId4">
            <a:alphaModFix/>
          </a:blip>
          <a:srcRect b="17" l="0" r="0" t="29"/>
          <a:stretch/>
        </p:blipFill>
        <p:spPr>
          <a:xfrm>
            <a:off x="294152" y="672800"/>
            <a:ext cx="8614293" cy="2251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